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6" r:id="rId4"/>
  </p:sldMasterIdLst>
  <p:notesMasterIdLst>
    <p:notesMasterId r:id="rId17"/>
  </p:notesMasterIdLst>
  <p:handoutMasterIdLst>
    <p:handoutMasterId r:id="rId18"/>
  </p:handoutMasterIdLst>
  <p:sldIdLst>
    <p:sldId id="256" r:id="rId5"/>
    <p:sldId id="263" r:id="rId6"/>
    <p:sldId id="259" r:id="rId7"/>
    <p:sldId id="260" r:id="rId8"/>
    <p:sldId id="261" r:id="rId9"/>
    <p:sldId id="258" r:id="rId10"/>
    <p:sldId id="264" r:id="rId11"/>
    <p:sldId id="265" r:id="rId12"/>
    <p:sldId id="266" r:id="rId13"/>
    <p:sldId id="262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EF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388CEE-AEBA-409E-ABCC-D6F035F718C1}" v="2516" dt="2026-10-24T17:47:01.383"/>
    <p1510:client id="{D4143401-CCA8-41D9-9753-69B0A451A157}" v="60" dt="2026-10-24T14:49:24.329"/>
    <p1510:client id="{DE65B46C-EC4D-D382-664F-53F5871B3D52}" v="2" dt="2026-10-25T18:47:45.1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35f8765e-cb47-4d80-afaf-42ff7060fddf::" providerId="AD" clId="Web-{DE65B46C-EC4D-D382-664F-53F5871B3D52}"/>
    <pc:docChg chg="modSld">
      <pc:chgData name="Guest User" userId="S::urn:spo:tenantanon#35f8765e-cb47-4d80-afaf-42ff7060fddf::" providerId="AD" clId="Web-{DE65B46C-EC4D-D382-664F-53F5871B3D52}" dt="2026-10-25T18:47:45.156" v="1" actId="20577"/>
      <pc:docMkLst>
        <pc:docMk/>
      </pc:docMkLst>
      <pc:sldChg chg="modSp">
        <pc:chgData name="Guest User" userId="S::urn:spo:tenantanon#35f8765e-cb47-4d80-afaf-42ff7060fddf::" providerId="AD" clId="Web-{DE65B46C-EC4D-D382-664F-53F5871B3D52}" dt="2026-10-25T18:47:45.156" v="1" actId="20577"/>
        <pc:sldMkLst>
          <pc:docMk/>
          <pc:sldMk cId="1666448976" sldId="256"/>
        </pc:sldMkLst>
        <pc:spChg chg="mod">
          <ac:chgData name="Guest User" userId="S::urn:spo:tenantanon#35f8765e-cb47-4d80-afaf-42ff7060fddf::" providerId="AD" clId="Web-{DE65B46C-EC4D-D382-664F-53F5871B3D52}" dt="2026-10-25T18:47:45.156" v="1" actId="20577"/>
          <ac:spMkLst>
            <pc:docMk/>
            <pc:sldMk cId="1666448976" sldId="256"/>
            <ac:spMk id="3" creationId="{5B870C69-CDB5-F0AA-D0C2-29FDBDB56E9F}"/>
          </ac:spMkLst>
        </pc:spChg>
      </pc:sldChg>
    </pc:docChg>
  </pc:docChgLst>
  <pc:docChgLst>
    <pc:chgData name="Anna Lena Marie Beckmann (abeckma5)" userId="c15a436e-ba86-444d-9c6a-37f70c23a2b7" providerId="ADAL" clId="{28355E72-3872-414F-8AC6-642277C7BE9A}"/>
    <pc:docChg chg="undo custSel addSld delSld modSld modMainMaster">
      <pc:chgData name="Anna Lena Marie Beckmann (abeckma5)" userId="c15a436e-ba86-444d-9c6a-37f70c23a2b7" providerId="ADAL" clId="{28355E72-3872-414F-8AC6-642277C7BE9A}" dt="2026-10-24T17:47:01.383" v="4527" actId="478"/>
      <pc:docMkLst>
        <pc:docMk/>
      </pc:docMkLst>
      <pc:sldChg chg="addSp delSp modSp mod modTransition chgLayout">
        <pc:chgData name="Anna Lena Marie Beckmann (abeckma5)" userId="c15a436e-ba86-444d-9c6a-37f70c23a2b7" providerId="ADAL" clId="{28355E72-3872-414F-8AC6-642277C7BE9A}" dt="2026-10-24T17:45:14.428" v="4522" actId="2085"/>
        <pc:sldMkLst>
          <pc:docMk/>
          <pc:sldMk cId="1666448976" sldId="256"/>
        </pc:sldMkLst>
        <pc:spChg chg="mod">
          <ac:chgData name="Anna Lena Marie Beckmann (abeckma5)" userId="c15a436e-ba86-444d-9c6a-37f70c23a2b7" providerId="ADAL" clId="{28355E72-3872-414F-8AC6-642277C7BE9A}" dt="2026-10-24T17:41:54.030" v="4506" actId="1076"/>
          <ac:spMkLst>
            <pc:docMk/>
            <pc:sldMk cId="1666448976" sldId="256"/>
            <ac:spMk id="2" creationId="{9DAA1CDA-9BE6-3AB8-17D7-9823EB783060}"/>
          </ac:spMkLst>
        </pc:spChg>
        <pc:spChg chg="mod">
          <ac:chgData name="Anna Lena Marie Beckmann (abeckma5)" userId="c15a436e-ba86-444d-9c6a-37f70c23a2b7" providerId="ADAL" clId="{28355E72-3872-414F-8AC6-642277C7BE9A}" dt="2026-10-24T17:45:14.428" v="4522" actId="2085"/>
          <ac:spMkLst>
            <pc:docMk/>
            <pc:sldMk cId="1666448976" sldId="256"/>
            <ac:spMk id="3" creationId="{5B870C69-CDB5-F0AA-D0C2-29FDBDB56E9F}"/>
          </ac:spMkLst>
        </pc:spChg>
        <pc:spChg chg="del">
          <ac:chgData name="Anna Lena Marie Beckmann (abeckma5)" userId="c15a436e-ba86-444d-9c6a-37f70c23a2b7" providerId="ADAL" clId="{28355E72-3872-414F-8AC6-642277C7BE9A}" dt="2026-10-24T16:57:07.661" v="3573" actId="478"/>
          <ac:spMkLst>
            <pc:docMk/>
            <pc:sldMk cId="1666448976" sldId="256"/>
            <ac:spMk id="4" creationId="{F85F2323-5FB6-1560-2AC3-901AD4A94681}"/>
          </ac:spMkLst>
        </pc:spChg>
        <pc:spChg chg="add mod ord modVis">
          <ac:chgData name="Anna Lena Marie Beckmann (abeckma5)" userId="c15a436e-ba86-444d-9c6a-37f70c23a2b7" providerId="ADAL" clId="{28355E72-3872-414F-8AC6-642277C7BE9A}" dt="2026-10-24T17:44:33.842" v="4515" actId="207"/>
          <ac:spMkLst>
            <pc:docMk/>
            <pc:sldMk cId="1666448976" sldId="256"/>
            <ac:spMk id="7" creationId="{5D568211-43B9-CA94-9B41-29A67F0C79A7}"/>
          </ac:spMkLst>
        </pc:spChg>
        <pc:spChg chg="add mod">
          <ac:chgData name="Anna Lena Marie Beckmann (abeckma5)" userId="c15a436e-ba86-444d-9c6a-37f70c23a2b7" providerId="ADAL" clId="{28355E72-3872-414F-8AC6-642277C7BE9A}" dt="2026-10-24T16:58:38.347" v="3588" actId="26606"/>
          <ac:spMkLst>
            <pc:docMk/>
            <pc:sldMk cId="1666448976" sldId="256"/>
            <ac:spMk id="8" creationId="{728B2F12-321A-B33D-CC37-7CF988E8C143}"/>
          </ac:spMkLst>
        </pc:spChg>
        <pc:spChg chg="add mod">
          <ac:chgData name="Anna Lena Marie Beckmann (abeckma5)" userId="c15a436e-ba86-444d-9c6a-37f70c23a2b7" providerId="ADAL" clId="{28355E72-3872-414F-8AC6-642277C7BE9A}" dt="2026-10-24T16:58:38.347" v="3588" actId="26606"/>
          <ac:spMkLst>
            <pc:docMk/>
            <pc:sldMk cId="1666448976" sldId="256"/>
            <ac:spMk id="10" creationId="{6DF9F644-000C-6DD4-8993-0E4BA4F5FD25}"/>
          </ac:spMkLst>
        </pc:spChg>
        <pc:picChg chg="add mod ord">
          <ac:chgData name="Anna Lena Marie Beckmann (abeckma5)" userId="c15a436e-ba86-444d-9c6a-37f70c23a2b7" providerId="ADAL" clId="{28355E72-3872-414F-8AC6-642277C7BE9A}" dt="2026-10-24T17:41:42.831" v="4504" actId="1076"/>
          <ac:picMkLst>
            <pc:docMk/>
            <pc:sldMk cId="1666448976" sldId="256"/>
            <ac:picMk id="6" creationId="{1A4CFBBC-A655-6FCD-4791-01C2B2152312}"/>
          </ac:picMkLst>
        </pc:picChg>
      </pc:sldChg>
      <pc:sldChg chg="del">
        <pc:chgData name="Anna Lena Marie Beckmann (abeckma5)" userId="c15a436e-ba86-444d-9c6a-37f70c23a2b7" providerId="ADAL" clId="{28355E72-3872-414F-8AC6-642277C7BE9A}" dt="2026-10-24T13:55:32.577" v="1704" actId="2696"/>
        <pc:sldMkLst>
          <pc:docMk/>
          <pc:sldMk cId="2554908182" sldId="257"/>
        </pc:sldMkLst>
      </pc:sldChg>
      <pc:sldChg chg="addSp delSp modSp mod">
        <pc:chgData name="Anna Lena Marie Beckmann (abeckma5)" userId="c15a436e-ba86-444d-9c6a-37f70c23a2b7" providerId="ADAL" clId="{28355E72-3872-414F-8AC6-642277C7BE9A}" dt="2026-10-24T17:12:20.854" v="4037" actId="14100"/>
        <pc:sldMkLst>
          <pc:docMk/>
          <pc:sldMk cId="726573041" sldId="258"/>
        </pc:sldMkLst>
        <pc:spChg chg="del mod">
          <ac:chgData name="Anna Lena Marie Beckmann (abeckma5)" userId="c15a436e-ba86-444d-9c6a-37f70c23a2b7" providerId="ADAL" clId="{28355E72-3872-414F-8AC6-642277C7BE9A}" dt="2026-10-24T17:11:29.733" v="3963" actId="478"/>
          <ac:spMkLst>
            <pc:docMk/>
            <pc:sldMk cId="726573041" sldId="258"/>
            <ac:spMk id="2" creationId="{77676CBF-17EB-0A48-F6C0-B31BB57E9958}"/>
          </ac:spMkLst>
        </pc:spChg>
        <pc:spChg chg="mod">
          <ac:chgData name="Anna Lena Marie Beckmann (abeckma5)" userId="c15a436e-ba86-444d-9c6a-37f70c23a2b7" providerId="ADAL" clId="{28355E72-3872-414F-8AC6-642277C7BE9A}" dt="2026-10-24T17:10:36.603" v="3952" actId="12"/>
          <ac:spMkLst>
            <pc:docMk/>
            <pc:sldMk cId="726573041" sldId="258"/>
            <ac:spMk id="3" creationId="{88924B69-CBA3-2C4D-CBA9-4B460E24CEAC}"/>
          </ac:spMkLst>
        </pc:spChg>
        <pc:spChg chg="mod">
          <ac:chgData name="Anna Lena Marie Beckmann (abeckma5)" userId="c15a436e-ba86-444d-9c6a-37f70c23a2b7" providerId="ADAL" clId="{28355E72-3872-414F-8AC6-642277C7BE9A}" dt="2026-10-24T16:58:17.342" v="3582"/>
          <ac:spMkLst>
            <pc:docMk/>
            <pc:sldMk cId="726573041" sldId="258"/>
            <ac:spMk id="8" creationId="{4F42F6D8-2A05-C6EE-B0AB-80C0D09C1ACE}"/>
          </ac:spMkLst>
        </pc:spChg>
        <pc:spChg chg="mod">
          <ac:chgData name="Anna Lena Marie Beckmann (abeckma5)" userId="c15a436e-ba86-444d-9c6a-37f70c23a2b7" providerId="ADAL" clId="{28355E72-3872-414F-8AC6-642277C7BE9A}" dt="2026-10-24T16:58:17.342" v="3582"/>
          <ac:spMkLst>
            <pc:docMk/>
            <pc:sldMk cId="726573041" sldId="258"/>
            <ac:spMk id="9" creationId="{294BF920-67BA-748D-C749-B877C17E2DDB}"/>
          </ac:spMkLst>
        </pc:spChg>
        <pc:spChg chg="add mod">
          <ac:chgData name="Anna Lena Marie Beckmann (abeckma5)" userId="c15a436e-ba86-444d-9c6a-37f70c23a2b7" providerId="ADAL" clId="{28355E72-3872-414F-8AC6-642277C7BE9A}" dt="2026-10-24T17:10:33.033" v="3950" actId="113"/>
          <ac:spMkLst>
            <pc:docMk/>
            <pc:sldMk cId="726573041" sldId="258"/>
            <ac:spMk id="10" creationId="{D6E9F5B1-5A78-31FC-E3E2-C135B7407C12}"/>
          </ac:spMkLst>
        </pc:spChg>
        <pc:spChg chg="add mod">
          <ac:chgData name="Anna Lena Marie Beckmann (abeckma5)" userId="c15a436e-ba86-444d-9c6a-37f70c23a2b7" providerId="ADAL" clId="{28355E72-3872-414F-8AC6-642277C7BE9A}" dt="2026-10-24T17:12:20.854" v="4037" actId="14100"/>
          <ac:spMkLst>
            <pc:docMk/>
            <pc:sldMk cId="726573041" sldId="258"/>
            <ac:spMk id="12" creationId="{2C187086-45B6-6185-E62B-2AB72FB01C95}"/>
          </ac:spMkLst>
        </pc:spChg>
        <pc:graphicFrameChg chg="add mod modGraphic">
          <ac:chgData name="Anna Lena Marie Beckmann (abeckma5)" userId="c15a436e-ba86-444d-9c6a-37f70c23a2b7" providerId="ADAL" clId="{28355E72-3872-414F-8AC6-642277C7BE9A}" dt="2026-10-24T17:04:57.273" v="3710" actId="1076"/>
          <ac:graphicFrameMkLst>
            <pc:docMk/>
            <pc:sldMk cId="726573041" sldId="258"/>
            <ac:graphicFrameMk id="4" creationId="{6AE4314B-C97D-0CD6-4A21-E5AF16E46D53}"/>
          </ac:graphicFrameMkLst>
        </pc:graphicFrameChg>
        <pc:picChg chg="del mod">
          <ac:chgData name="Anna Lena Marie Beckmann (abeckma5)" userId="c15a436e-ba86-444d-9c6a-37f70c23a2b7" providerId="ADAL" clId="{28355E72-3872-414F-8AC6-642277C7BE9A}" dt="2026-10-24T14:13:18.727" v="2037" actId="21"/>
          <ac:picMkLst>
            <pc:docMk/>
            <pc:sldMk cId="726573041" sldId="258"/>
            <ac:picMk id="6" creationId="{64A88CD7-857E-4662-C9AA-F75776C4E27B}"/>
          </ac:picMkLst>
        </pc:picChg>
      </pc:sldChg>
      <pc:sldChg chg="addSp delSp modSp mod chgLayout">
        <pc:chgData name="Anna Lena Marie Beckmann (abeckma5)" userId="c15a436e-ba86-444d-9c6a-37f70c23a2b7" providerId="ADAL" clId="{28355E72-3872-414F-8AC6-642277C7BE9A}" dt="2026-10-24T17:47:01.383" v="4527" actId="478"/>
        <pc:sldMkLst>
          <pc:docMk/>
          <pc:sldMk cId="2453070809" sldId="259"/>
        </pc:sldMkLst>
        <pc:spChg chg="mod">
          <ac:chgData name="Anna Lena Marie Beckmann (abeckma5)" userId="c15a436e-ba86-444d-9c6a-37f70c23a2b7" providerId="ADAL" clId="{28355E72-3872-414F-8AC6-642277C7BE9A}" dt="2026-10-24T17:12:00.334" v="3987" actId="14100"/>
          <ac:spMkLst>
            <pc:docMk/>
            <pc:sldMk cId="2453070809" sldId="259"/>
            <ac:spMk id="2" creationId="{21981A1C-8F8F-8780-D529-61163106D597}"/>
          </ac:spMkLst>
        </pc:spChg>
        <pc:spChg chg="del mod">
          <ac:chgData name="Anna Lena Marie Beckmann (abeckma5)" userId="c15a436e-ba86-444d-9c6a-37f70c23a2b7" providerId="ADAL" clId="{28355E72-3872-414F-8AC6-642277C7BE9A}" dt="2026-10-24T13:40:31.741" v="685" actId="12084"/>
          <ac:spMkLst>
            <pc:docMk/>
            <pc:sldMk cId="2453070809" sldId="259"/>
            <ac:spMk id="3" creationId="{C79A2AE1-35CF-C12A-6808-0732D378D591}"/>
          </ac:spMkLst>
        </pc:spChg>
        <pc:spChg chg="mod">
          <ac:chgData name="Anna Lena Marie Beckmann (abeckma5)" userId="c15a436e-ba86-444d-9c6a-37f70c23a2b7" providerId="ADAL" clId="{28355E72-3872-414F-8AC6-642277C7BE9A}" dt="2026-10-24T16:59:02.311" v="3589" actId="26606"/>
          <ac:spMkLst>
            <pc:docMk/>
            <pc:sldMk cId="2453070809" sldId="259"/>
            <ac:spMk id="7" creationId="{81B67EC7-C8B4-A0DF-AAD7-02540B848206}"/>
          </ac:spMkLst>
        </pc:spChg>
        <pc:spChg chg="mod">
          <ac:chgData name="Anna Lena Marie Beckmann (abeckma5)" userId="c15a436e-ba86-444d-9c6a-37f70c23a2b7" providerId="ADAL" clId="{28355E72-3872-414F-8AC6-642277C7BE9A}" dt="2026-10-24T16:59:02.311" v="3589" actId="26606"/>
          <ac:spMkLst>
            <pc:docMk/>
            <pc:sldMk cId="2453070809" sldId="259"/>
            <ac:spMk id="8" creationId="{43B3F1D5-CE72-CC3F-FE99-4ACB370CE224}"/>
          </ac:spMkLst>
        </pc:spChg>
        <pc:graphicFrameChg chg="add mod ord modGraphic">
          <ac:chgData name="Anna Lena Marie Beckmann (abeckma5)" userId="c15a436e-ba86-444d-9c6a-37f70c23a2b7" providerId="ADAL" clId="{28355E72-3872-414F-8AC6-642277C7BE9A}" dt="2026-10-24T17:02:36.302" v="3636" actId="14100"/>
          <ac:graphicFrameMkLst>
            <pc:docMk/>
            <pc:sldMk cId="2453070809" sldId="259"/>
            <ac:graphicFrameMk id="4" creationId="{8AE85873-A421-B826-AE83-748749FD4147}"/>
          </ac:graphicFrameMkLst>
        </pc:graphicFrameChg>
        <pc:picChg chg="add del mod">
          <ac:chgData name="Anna Lena Marie Beckmann (abeckma5)" userId="c15a436e-ba86-444d-9c6a-37f70c23a2b7" providerId="ADAL" clId="{28355E72-3872-414F-8AC6-642277C7BE9A}" dt="2026-10-24T17:47:01.383" v="4527" actId="478"/>
          <ac:picMkLst>
            <pc:docMk/>
            <pc:sldMk cId="2453070809" sldId="259"/>
            <ac:picMk id="10" creationId="{EC22098F-5619-2AFD-F8C9-D210002E73BC}"/>
          </ac:picMkLst>
        </pc:picChg>
      </pc:sldChg>
      <pc:sldChg chg="addSp delSp modSp mod chgLayout">
        <pc:chgData name="Anna Lena Marie Beckmann (abeckma5)" userId="c15a436e-ba86-444d-9c6a-37f70c23a2b7" providerId="ADAL" clId="{28355E72-3872-414F-8AC6-642277C7BE9A}" dt="2026-10-24T17:12:07.542" v="4005" actId="14100"/>
        <pc:sldMkLst>
          <pc:docMk/>
          <pc:sldMk cId="365806783" sldId="260"/>
        </pc:sldMkLst>
        <pc:spChg chg="del mod">
          <ac:chgData name="Anna Lena Marie Beckmann (abeckma5)" userId="c15a436e-ba86-444d-9c6a-37f70c23a2b7" providerId="ADAL" clId="{28355E72-3872-414F-8AC6-642277C7BE9A}" dt="2026-10-24T17:00:35.775" v="3601" actId="478"/>
          <ac:spMkLst>
            <pc:docMk/>
            <pc:sldMk cId="365806783" sldId="260"/>
            <ac:spMk id="2" creationId="{ADC699FB-3F51-720F-520B-E88881896C6D}"/>
          </ac:spMkLst>
        </pc:spChg>
        <pc:spChg chg="del">
          <ac:chgData name="Anna Lena Marie Beckmann (abeckma5)" userId="c15a436e-ba86-444d-9c6a-37f70c23a2b7" providerId="ADAL" clId="{28355E72-3872-414F-8AC6-642277C7BE9A}" dt="2026-10-24T13:45:22.008" v="1009" actId="1032"/>
          <ac:spMkLst>
            <pc:docMk/>
            <pc:sldMk cId="365806783" sldId="260"/>
            <ac:spMk id="3" creationId="{48324377-2E92-B4C2-F5C5-FD61D4D98B71}"/>
          </ac:spMkLst>
        </pc:spChg>
        <pc:spChg chg="mod">
          <ac:chgData name="Anna Lena Marie Beckmann (abeckma5)" userId="c15a436e-ba86-444d-9c6a-37f70c23a2b7" providerId="ADAL" clId="{28355E72-3872-414F-8AC6-642277C7BE9A}" dt="2026-10-24T17:00:10.842" v="3597" actId="26606"/>
          <ac:spMkLst>
            <pc:docMk/>
            <pc:sldMk cId="365806783" sldId="260"/>
            <ac:spMk id="7" creationId="{929F1D92-4DD8-ACA7-90BA-29ACB7A5B212}"/>
          </ac:spMkLst>
        </pc:spChg>
        <pc:spChg chg="mod">
          <ac:chgData name="Anna Lena Marie Beckmann (abeckma5)" userId="c15a436e-ba86-444d-9c6a-37f70c23a2b7" providerId="ADAL" clId="{28355E72-3872-414F-8AC6-642277C7BE9A}" dt="2026-10-24T17:00:10.842" v="3597" actId="26606"/>
          <ac:spMkLst>
            <pc:docMk/>
            <pc:sldMk cId="365806783" sldId="260"/>
            <ac:spMk id="8" creationId="{441A057B-F562-6C2D-770F-D4EC78D37634}"/>
          </ac:spMkLst>
        </pc:spChg>
        <pc:spChg chg="add del mod">
          <ac:chgData name="Anna Lena Marie Beckmann (abeckma5)" userId="c15a436e-ba86-444d-9c6a-37f70c23a2b7" providerId="ADAL" clId="{28355E72-3872-414F-8AC6-642277C7BE9A}" dt="2026-10-24T17:01:15.544" v="3608" actId="478"/>
          <ac:spMkLst>
            <pc:docMk/>
            <pc:sldMk cId="365806783" sldId="260"/>
            <ac:spMk id="9" creationId="{8E326C94-683A-7386-5B03-9E480E9EC856}"/>
          </ac:spMkLst>
        </pc:spChg>
        <pc:spChg chg="add del mod">
          <ac:chgData name="Anna Lena Marie Beckmann (abeckma5)" userId="c15a436e-ba86-444d-9c6a-37f70c23a2b7" providerId="ADAL" clId="{28355E72-3872-414F-8AC6-642277C7BE9A}" dt="2026-10-24T17:00:37.781" v="3602" actId="478"/>
          <ac:spMkLst>
            <pc:docMk/>
            <pc:sldMk cId="365806783" sldId="260"/>
            <ac:spMk id="11" creationId="{46655178-3AE4-B7FA-DF43-7F26036FA2E1}"/>
          </ac:spMkLst>
        </pc:spChg>
        <pc:spChg chg="add mod">
          <ac:chgData name="Anna Lena Marie Beckmann (abeckma5)" userId="c15a436e-ba86-444d-9c6a-37f70c23a2b7" providerId="ADAL" clId="{28355E72-3872-414F-8AC6-642277C7BE9A}" dt="2026-10-24T17:12:07.542" v="4005" actId="14100"/>
          <ac:spMkLst>
            <pc:docMk/>
            <pc:sldMk cId="365806783" sldId="260"/>
            <ac:spMk id="12" creationId="{E2456A58-A78C-3D8B-19B1-650979D3FF81}"/>
          </ac:spMkLst>
        </pc:spChg>
        <pc:graphicFrameChg chg="add mod ord modGraphic">
          <ac:chgData name="Anna Lena Marie Beckmann (abeckma5)" userId="c15a436e-ba86-444d-9c6a-37f70c23a2b7" providerId="ADAL" clId="{28355E72-3872-414F-8AC6-642277C7BE9A}" dt="2026-10-24T17:02:53.393" v="3663" actId="1076"/>
          <ac:graphicFrameMkLst>
            <pc:docMk/>
            <pc:sldMk cId="365806783" sldId="260"/>
            <ac:graphicFrameMk id="4" creationId="{E6F64410-DC64-2719-D6A9-486EDD38F553}"/>
          </ac:graphicFrameMkLst>
        </pc:graphicFrameChg>
      </pc:sldChg>
      <pc:sldChg chg="addSp delSp modSp mod">
        <pc:chgData name="Anna Lena Marie Beckmann (abeckma5)" userId="c15a436e-ba86-444d-9c6a-37f70c23a2b7" providerId="ADAL" clId="{28355E72-3872-414F-8AC6-642277C7BE9A}" dt="2026-10-24T17:12:12.709" v="4021" actId="14100"/>
        <pc:sldMkLst>
          <pc:docMk/>
          <pc:sldMk cId="1617207903" sldId="261"/>
        </pc:sldMkLst>
        <pc:spChg chg="del mod">
          <ac:chgData name="Anna Lena Marie Beckmann (abeckma5)" userId="c15a436e-ba86-444d-9c6a-37f70c23a2b7" providerId="ADAL" clId="{28355E72-3872-414F-8AC6-642277C7BE9A}" dt="2026-10-24T17:02:08.423" v="3617" actId="478"/>
          <ac:spMkLst>
            <pc:docMk/>
            <pc:sldMk cId="1617207903" sldId="261"/>
            <ac:spMk id="2" creationId="{A22D8791-7DC0-2800-3142-411CDD91B336}"/>
          </ac:spMkLst>
        </pc:spChg>
        <pc:spChg chg="del">
          <ac:chgData name="Anna Lena Marie Beckmann (abeckma5)" userId="c15a436e-ba86-444d-9c6a-37f70c23a2b7" providerId="ADAL" clId="{28355E72-3872-414F-8AC6-642277C7BE9A}" dt="2026-10-24T13:52:05.803" v="1526" actId="1032"/>
          <ac:spMkLst>
            <pc:docMk/>
            <pc:sldMk cId="1617207903" sldId="261"/>
            <ac:spMk id="3" creationId="{D667253B-5C55-9AA0-5CBE-2AE18DF36B3A}"/>
          </ac:spMkLst>
        </pc:spChg>
        <pc:spChg chg="mod">
          <ac:chgData name="Anna Lena Marie Beckmann (abeckma5)" userId="c15a436e-ba86-444d-9c6a-37f70c23a2b7" providerId="ADAL" clId="{28355E72-3872-414F-8AC6-642277C7BE9A}" dt="2026-10-24T16:58:17.342" v="3582"/>
          <ac:spMkLst>
            <pc:docMk/>
            <pc:sldMk cId="1617207903" sldId="261"/>
            <ac:spMk id="7" creationId="{249A0D74-9CEA-49E0-44B7-D175570F707E}"/>
          </ac:spMkLst>
        </pc:spChg>
        <pc:spChg chg="mod">
          <ac:chgData name="Anna Lena Marie Beckmann (abeckma5)" userId="c15a436e-ba86-444d-9c6a-37f70c23a2b7" providerId="ADAL" clId="{28355E72-3872-414F-8AC6-642277C7BE9A}" dt="2026-10-24T16:58:17.342" v="3582"/>
          <ac:spMkLst>
            <pc:docMk/>
            <pc:sldMk cId="1617207903" sldId="261"/>
            <ac:spMk id="8" creationId="{A67C2934-20AC-A109-848E-48B9D1262360}"/>
          </ac:spMkLst>
        </pc:spChg>
        <pc:spChg chg="add del mod">
          <ac:chgData name="Anna Lena Marie Beckmann (abeckma5)" userId="c15a436e-ba86-444d-9c6a-37f70c23a2b7" providerId="ADAL" clId="{28355E72-3872-414F-8AC6-642277C7BE9A}" dt="2026-10-24T17:02:10.518" v="3619" actId="478"/>
          <ac:spMkLst>
            <pc:docMk/>
            <pc:sldMk cId="1617207903" sldId="261"/>
            <ac:spMk id="10" creationId="{4E68468C-CC79-A65E-B2D8-9A2FC9D07006}"/>
          </ac:spMkLst>
        </pc:spChg>
        <pc:spChg chg="add mod">
          <ac:chgData name="Anna Lena Marie Beckmann (abeckma5)" userId="c15a436e-ba86-444d-9c6a-37f70c23a2b7" providerId="ADAL" clId="{28355E72-3872-414F-8AC6-642277C7BE9A}" dt="2026-10-24T17:12:12.709" v="4021" actId="14100"/>
          <ac:spMkLst>
            <pc:docMk/>
            <pc:sldMk cId="1617207903" sldId="261"/>
            <ac:spMk id="11" creationId="{A4DEA89B-8480-915C-256C-31BD89567D11}"/>
          </ac:spMkLst>
        </pc:spChg>
        <pc:graphicFrameChg chg="add mod modGraphic">
          <ac:chgData name="Anna Lena Marie Beckmann (abeckma5)" userId="c15a436e-ba86-444d-9c6a-37f70c23a2b7" providerId="ADAL" clId="{28355E72-3872-414F-8AC6-642277C7BE9A}" dt="2026-10-24T17:03:08.980" v="3685" actId="1076"/>
          <ac:graphicFrameMkLst>
            <pc:docMk/>
            <pc:sldMk cId="1617207903" sldId="261"/>
            <ac:graphicFrameMk id="4" creationId="{CB3F3F7A-F63D-7B1D-1770-CA7139744216}"/>
          </ac:graphicFrameMkLst>
        </pc:graphicFrameChg>
      </pc:sldChg>
      <pc:sldChg chg="addSp delSp modSp mod modNotesTx">
        <pc:chgData name="Anna Lena Marie Beckmann (abeckma5)" userId="c15a436e-ba86-444d-9c6a-37f70c23a2b7" providerId="ADAL" clId="{28355E72-3872-414F-8AC6-642277C7BE9A}" dt="2026-10-24T17:28:54.614" v="4314" actId="1076"/>
        <pc:sldMkLst>
          <pc:docMk/>
          <pc:sldMk cId="3788557711" sldId="262"/>
        </pc:sldMkLst>
        <pc:spChg chg="del mod">
          <ac:chgData name="Anna Lena Marie Beckmann (abeckma5)" userId="c15a436e-ba86-444d-9c6a-37f70c23a2b7" providerId="ADAL" clId="{28355E72-3872-414F-8AC6-642277C7BE9A}" dt="2026-10-24T17:25:55.884" v="4292" actId="478"/>
          <ac:spMkLst>
            <pc:docMk/>
            <pc:sldMk cId="3788557711" sldId="262"/>
            <ac:spMk id="2" creationId="{9F0B196E-5D21-8C45-AD31-85A386FD648F}"/>
          </ac:spMkLst>
        </pc:spChg>
        <pc:spChg chg="del mod">
          <ac:chgData name="Anna Lena Marie Beckmann (abeckma5)" userId="c15a436e-ba86-444d-9c6a-37f70c23a2b7" providerId="ADAL" clId="{28355E72-3872-414F-8AC6-642277C7BE9A}" dt="2026-10-24T17:27:41.534" v="4303" actId="12084"/>
          <ac:spMkLst>
            <pc:docMk/>
            <pc:sldMk cId="3788557711" sldId="262"/>
            <ac:spMk id="3" creationId="{C3D6065D-FAC4-1D86-FC86-8162F7C8A6D1}"/>
          </ac:spMkLst>
        </pc:spChg>
        <pc:spChg chg="mod">
          <ac:chgData name="Anna Lena Marie Beckmann (abeckma5)" userId="c15a436e-ba86-444d-9c6a-37f70c23a2b7" providerId="ADAL" clId="{28355E72-3872-414F-8AC6-642277C7BE9A}" dt="2026-10-24T16:58:17.342" v="3582"/>
          <ac:spMkLst>
            <pc:docMk/>
            <pc:sldMk cId="3788557711" sldId="262"/>
            <ac:spMk id="7" creationId="{6EF24D25-6115-CD2B-1226-494B2168B7DE}"/>
          </ac:spMkLst>
        </pc:spChg>
        <pc:spChg chg="mod">
          <ac:chgData name="Anna Lena Marie Beckmann (abeckma5)" userId="c15a436e-ba86-444d-9c6a-37f70c23a2b7" providerId="ADAL" clId="{28355E72-3872-414F-8AC6-642277C7BE9A}" dt="2026-10-24T16:58:17.342" v="3582"/>
          <ac:spMkLst>
            <pc:docMk/>
            <pc:sldMk cId="3788557711" sldId="262"/>
            <ac:spMk id="8" creationId="{7B5705CB-13F6-EE62-9E39-20FF45F69638}"/>
          </ac:spMkLst>
        </pc:spChg>
        <pc:spChg chg="add mod">
          <ac:chgData name="Anna Lena Marie Beckmann (abeckma5)" userId="c15a436e-ba86-444d-9c6a-37f70c23a2b7" providerId="ADAL" clId="{28355E72-3872-414F-8AC6-642277C7BE9A}" dt="2026-10-24T17:26:03.224" v="4294" actId="11"/>
          <ac:spMkLst>
            <pc:docMk/>
            <pc:sldMk cId="3788557711" sldId="262"/>
            <ac:spMk id="10" creationId="{11DDE0D1-9538-8B1C-1B65-5B1B92709374}"/>
          </ac:spMkLst>
        </pc:spChg>
        <pc:graphicFrameChg chg="add del mod modGraphic">
          <ac:chgData name="Anna Lena Marie Beckmann (abeckma5)" userId="c15a436e-ba86-444d-9c6a-37f70c23a2b7" providerId="ADAL" clId="{28355E72-3872-414F-8AC6-642277C7BE9A}" dt="2026-10-24T17:26:11.812" v="4296" actId="478"/>
          <ac:graphicFrameMkLst>
            <pc:docMk/>
            <pc:sldMk cId="3788557711" sldId="262"/>
            <ac:graphicFrameMk id="4" creationId="{19E0208A-FADD-9DC3-3EFE-C31F614A7268}"/>
          </ac:graphicFrameMkLst>
        </pc:graphicFrameChg>
        <pc:graphicFrameChg chg="add mod modGraphic">
          <ac:chgData name="Anna Lena Marie Beckmann (abeckma5)" userId="c15a436e-ba86-444d-9c6a-37f70c23a2b7" providerId="ADAL" clId="{28355E72-3872-414F-8AC6-642277C7BE9A}" dt="2026-10-24T17:28:54.614" v="4314" actId="1076"/>
          <ac:graphicFrameMkLst>
            <pc:docMk/>
            <pc:sldMk cId="3788557711" sldId="262"/>
            <ac:graphicFrameMk id="11" creationId="{F351EEB3-003B-7457-D1B6-9FB848975656}"/>
          </ac:graphicFrameMkLst>
        </pc:graphicFrameChg>
      </pc:sldChg>
      <pc:sldChg chg="addSp modSp new mod modClrScheme chgLayout">
        <pc:chgData name="Anna Lena Marie Beckmann (abeckma5)" userId="c15a436e-ba86-444d-9c6a-37f70c23a2b7" providerId="ADAL" clId="{28355E72-3872-414F-8AC6-642277C7BE9A}" dt="2026-10-24T17:38:08.065" v="4488" actId="1076"/>
        <pc:sldMkLst>
          <pc:docMk/>
          <pc:sldMk cId="1153621289" sldId="263"/>
        </pc:sldMkLst>
        <pc:spChg chg="mod">
          <ac:chgData name="Anna Lena Marie Beckmann (abeckma5)" userId="c15a436e-ba86-444d-9c6a-37f70c23a2b7" providerId="ADAL" clId="{28355E72-3872-414F-8AC6-642277C7BE9A}" dt="2026-10-24T17:37:56.596" v="4483" actId="1076"/>
          <ac:spMkLst>
            <pc:docMk/>
            <pc:sldMk cId="1153621289" sldId="263"/>
            <ac:spMk id="2" creationId="{3A64DB33-9FA6-4E3D-4161-123A54FC300C}"/>
          </ac:spMkLst>
        </pc:spChg>
        <pc:spChg chg="mod">
          <ac:chgData name="Anna Lena Marie Beckmann (abeckma5)" userId="c15a436e-ba86-444d-9c6a-37f70c23a2b7" providerId="ADAL" clId="{28355E72-3872-414F-8AC6-642277C7BE9A}" dt="2026-10-24T16:57:55.550" v="3576" actId="27636"/>
          <ac:spMkLst>
            <pc:docMk/>
            <pc:sldMk cId="1153621289" sldId="263"/>
            <ac:spMk id="3" creationId="{42CF869F-4EA7-13D1-7E43-201B198290AF}"/>
          </ac:spMkLst>
        </pc:spChg>
        <pc:spChg chg="mod">
          <ac:chgData name="Anna Lena Marie Beckmann (abeckma5)" userId="c15a436e-ba86-444d-9c6a-37f70c23a2b7" providerId="ADAL" clId="{28355E72-3872-414F-8AC6-642277C7BE9A}" dt="2026-10-24T16:58:17.342" v="3582"/>
          <ac:spMkLst>
            <pc:docMk/>
            <pc:sldMk cId="1153621289" sldId="263"/>
            <ac:spMk id="6" creationId="{D342E755-5122-34A8-4B01-5D05D0E14E7A}"/>
          </ac:spMkLst>
        </pc:spChg>
        <pc:spChg chg="mod">
          <ac:chgData name="Anna Lena Marie Beckmann (abeckma5)" userId="c15a436e-ba86-444d-9c6a-37f70c23a2b7" providerId="ADAL" clId="{28355E72-3872-414F-8AC6-642277C7BE9A}" dt="2026-10-24T16:58:17.342" v="3582"/>
          <ac:spMkLst>
            <pc:docMk/>
            <pc:sldMk cId="1153621289" sldId="263"/>
            <ac:spMk id="7" creationId="{0DFF8B76-498F-8367-BB8C-0C32E8F6735D}"/>
          </ac:spMkLst>
        </pc:spChg>
        <pc:picChg chg="add mod ord modVis">
          <ac:chgData name="Anna Lena Marie Beckmann (abeckma5)" userId="c15a436e-ba86-444d-9c6a-37f70c23a2b7" providerId="ADAL" clId="{28355E72-3872-414F-8AC6-642277C7BE9A}" dt="2026-10-24T17:38:08.065" v="4488" actId="1076"/>
          <ac:picMkLst>
            <pc:docMk/>
            <pc:sldMk cId="1153621289" sldId="263"/>
            <ac:picMk id="9" creationId="{4A8D9721-FA3C-E243-1F63-BB7D6E7DF442}"/>
          </ac:picMkLst>
        </pc:picChg>
      </pc:sldChg>
      <pc:sldChg chg="addSp delSp modSp mod">
        <pc:chgData name="Anna Lena Marie Beckmann (abeckma5)" userId="c15a436e-ba86-444d-9c6a-37f70c23a2b7" providerId="ADAL" clId="{28355E72-3872-414F-8AC6-642277C7BE9A}" dt="2026-10-24T17:13:30.955" v="4069" actId="403"/>
        <pc:sldMkLst>
          <pc:docMk/>
          <pc:sldMk cId="3638805733" sldId="264"/>
        </pc:sldMkLst>
        <pc:spChg chg="del mod">
          <ac:chgData name="Anna Lena Marie Beckmann (abeckma5)" userId="c15a436e-ba86-444d-9c6a-37f70c23a2b7" providerId="ADAL" clId="{28355E72-3872-414F-8AC6-642277C7BE9A}" dt="2026-10-24T17:13:13.206" v="4063" actId="478"/>
          <ac:spMkLst>
            <pc:docMk/>
            <pc:sldMk cId="3638805733" sldId="264"/>
            <ac:spMk id="2" creationId="{77E4AD1C-9DEA-5335-D9CE-1782DB2C586F}"/>
          </ac:spMkLst>
        </pc:spChg>
        <pc:spChg chg="add mod">
          <ac:chgData name="Anna Lena Marie Beckmann (abeckma5)" userId="c15a436e-ba86-444d-9c6a-37f70c23a2b7" providerId="ADAL" clId="{28355E72-3872-414F-8AC6-642277C7BE9A}" dt="2026-10-24T14:16:43.597" v="2141" actId="20577"/>
          <ac:spMkLst>
            <pc:docMk/>
            <pc:sldMk cId="3638805733" sldId="264"/>
            <ac:spMk id="8" creationId="{A3737F59-EA61-6B12-5F4A-AA718A4A1489}"/>
          </ac:spMkLst>
        </pc:spChg>
        <pc:spChg chg="mod">
          <ac:chgData name="Anna Lena Marie Beckmann (abeckma5)" userId="c15a436e-ba86-444d-9c6a-37f70c23a2b7" providerId="ADAL" clId="{28355E72-3872-414F-8AC6-642277C7BE9A}" dt="2026-10-24T16:58:17.342" v="3582"/>
          <ac:spMkLst>
            <pc:docMk/>
            <pc:sldMk cId="3638805733" sldId="264"/>
            <ac:spMk id="11" creationId="{FE7EFF8B-1E19-E4F8-A0FE-1C2F36361583}"/>
          </ac:spMkLst>
        </pc:spChg>
        <pc:spChg chg="mod">
          <ac:chgData name="Anna Lena Marie Beckmann (abeckma5)" userId="c15a436e-ba86-444d-9c6a-37f70c23a2b7" providerId="ADAL" clId="{28355E72-3872-414F-8AC6-642277C7BE9A}" dt="2026-10-24T16:58:17.342" v="3582"/>
          <ac:spMkLst>
            <pc:docMk/>
            <pc:sldMk cId="3638805733" sldId="264"/>
            <ac:spMk id="12" creationId="{0E327D95-CD86-0FBD-74FA-F4CBBF551AE0}"/>
          </ac:spMkLst>
        </pc:spChg>
        <pc:spChg chg="add del">
          <ac:chgData name="Anna Lena Marie Beckmann (abeckma5)" userId="c15a436e-ba86-444d-9c6a-37f70c23a2b7" providerId="ADAL" clId="{28355E72-3872-414F-8AC6-642277C7BE9A}" dt="2026-10-24T17:12:46.206" v="4039" actId="22"/>
          <ac:spMkLst>
            <pc:docMk/>
            <pc:sldMk cId="3638805733" sldId="264"/>
            <ac:spMk id="14" creationId="{DB865CD2-1C3D-53C9-87F6-FCF9A73DAAE5}"/>
          </ac:spMkLst>
        </pc:spChg>
        <pc:spChg chg="add del mod">
          <ac:chgData name="Anna Lena Marie Beckmann (abeckma5)" userId="c15a436e-ba86-444d-9c6a-37f70c23a2b7" providerId="ADAL" clId="{28355E72-3872-414F-8AC6-642277C7BE9A}" dt="2026-10-24T17:13:14.949" v="4064" actId="478"/>
          <ac:spMkLst>
            <pc:docMk/>
            <pc:sldMk cId="3638805733" sldId="264"/>
            <ac:spMk id="16" creationId="{709122E8-1EC2-B20C-5E71-67204590721E}"/>
          </ac:spMkLst>
        </pc:spChg>
        <pc:spChg chg="add mod">
          <ac:chgData name="Anna Lena Marie Beckmann (abeckma5)" userId="c15a436e-ba86-444d-9c6a-37f70c23a2b7" providerId="ADAL" clId="{28355E72-3872-414F-8AC6-642277C7BE9A}" dt="2026-10-24T17:13:30.955" v="4069" actId="403"/>
          <ac:spMkLst>
            <pc:docMk/>
            <pc:sldMk cId="3638805733" sldId="264"/>
            <ac:spMk id="18" creationId="{E67F3104-C8CF-E3B8-B80C-555E637FD39A}"/>
          </ac:spMkLst>
        </pc:spChg>
        <pc:picChg chg="mod">
          <ac:chgData name="Anna Lena Marie Beckmann (abeckma5)" userId="c15a436e-ba86-444d-9c6a-37f70c23a2b7" providerId="ADAL" clId="{28355E72-3872-414F-8AC6-642277C7BE9A}" dt="2026-10-24T14:14:04.920" v="2085" actId="1076"/>
          <ac:picMkLst>
            <pc:docMk/>
            <pc:sldMk cId="3638805733" sldId="264"/>
            <ac:picMk id="5" creationId="{3F667642-C6BF-6FA3-E00C-6F1C79AA6E37}"/>
          </ac:picMkLst>
        </pc:picChg>
        <pc:picChg chg="add mod">
          <ac:chgData name="Anna Lena Marie Beckmann (abeckma5)" userId="c15a436e-ba86-444d-9c6a-37f70c23a2b7" providerId="ADAL" clId="{28355E72-3872-414F-8AC6-642277C7BE9A}" dt="2026-10-24T14:14:02.970" v="2084" actId="1076"/>
          <ac:picMkLst>
            <pc:docMk/>
            <pc:sldMk cId="3638805733" sldId="264"/>
            <ac:picMk id="6" creationId="{78A0F2CD-97F5-1D94-F8A4-3B6B30AC0F4E}"/>
          </ac:picMkLst>
        </pc:picChg>
        <pc:picChg chg="mod">
          <ac:chgData name="Anna Lena Marie Beckmann (abeckma5)" userId="c15a436e-ba86-444d-9c6a-37f70c23a2b7" providerId="ADAL" clId="{28355E72-3872-414F-8AC6-642277C7BE9A}" dt="2026-10-24T14:14:11.019" v="2088" actId="1076"/>
          <ac:picMkLst>
            <pc:docMk/>
            <pc:sldMk cId="3638805733" sldId="264"/>
            <ac:picMk id="7" creationId="{66792BC2-C1CF-5248-E830-5D53EEDA709A}"/>
          </ac:picMkLst>
        </pc:picChg>
      </pc:sldChg>
      <pc:sldChg chg="addSp delSp modSp new mod">
        <pc:chgData name="Anna Lena Marie Beckmann (abeckma5)" userId="c15a436e-ba86-444d-9c6a-37f70c23a2b7" providerId="ADAL" clId="{28355E72-3872-414F-8AC6-642277C7BE9A}" dt="2026-10-24T17:16:18.556" v="4124" actId="1076"/>
        <pc:sldMkLst>
          <pc:docMk/>
          <pc:sldMk cId="413556289" sldId="265"/>
        </pc:sldMkLst>
        <pc:spChg chg="del mod">
          <ac:chgData name="Anna Lena Marie Beckmann (abeckma5)" userId="c15a436e-ba86-444d-9c6a-37f70c23a2b7" providerId="ADAL" clId="{28355E72-3872-414F-8AC6-642277C7BE9A}" dt="2026-10-24T17:13:52.142" v="4070" actId="478"/>
          <ac:spMkLst>
            <pc:docMk/>
            <pc:sldMk cId="413556289" sldId="265"/>
            <ac:spMk id="2" creationId="{8BF6CC2A-F631-1457-0FE4-0213862C0661}"/>
          </ac:spMkLst>
        </pc:spChg>
        <pc:spChg chg="mod">
          <ac:chgData name="Anna Lena Marie Beckmann (abeckma5)" userId="c15a436e-ba86-444d-9c6a-37f70c23a2b7" providerId="ADAL" clId="{28355E72-3872-414F-8AC6-642277C7BE9A}" dt="2026-10-24T17:16:06.053" v="4121" actId="20577"/>
          <ac:spMkLst>
            <pc:docMk/>
            <pc:sldMk cId="413556289" sldId="265"/>
            <ac:spMk id="3" creationId="{1C853260-B764-E8FE-C2A3-05DA30AE96A6}"/>
          </ac:spMkLst>
        </pc:spChg>
        <pc:spChg chg="mod">
          <ac:chgData name="Anna Lena Marie Beckmann (abeckma5)" userId="c15a436e-ba86-444d-9c6a-37f70c23a2b7" providerId="ADAL" clId="{28355E72-3872-414F-8AC6-642277C7BE9A}" dt="2026-10-24T16:58:17.342" v="3582"/>
          <ac:spMkLst>
            <pc:docMk/>
            <pc:sldMk cId="413556289" sldId="265"/>
            <ac:spMk id="8" creationId="{5A7EA4D8-F207-80FF-E5E6-A863BB7C7693}"/>
          </ac:spMkLst>
        </pc:spChg>
        <pc:spChg chg="mod">
          <ac:chgData name="Anna Lena Marie Beckmann (abeckma5)" userId="c15a436e-ba86-444d-9c6a-37f70c23a2b7" providerId="ADAL" clId="{28355E72-3872-414F-8AC6-642277C7BE9A}" dt="2026-10-24T16:58:17.342" v="3582"/>
          <ac:spMkLst>
            <pc:docMk/>
            <pc:sldMk cId="413556289" sldId="265"/>
            <ac:spMk id="9" creationId="{4ABBAB92-9107-0745-9C14-EF2E1AEEF89E}"/>
          </ac:spMkLst>
        </pc:spChg>
        <pc:spChg chg="add del mod">
          <ac:chgData name="Anna Lena Marie Beckmann (abeckma5)" userId="c15a436e-ba86-444d-9c6a-37f70c23a2b7" providerId="ADAL" clId="{28355E72-3872-414F-8AC6-642277C7BE9A}" dt="2026-10-24T17:13:54.013" v="4071" actId="478"/>
          <ac:spMkLst>
            <pc:docMk/>
            <pc:sldMk cId="413556289" sldId="265"/>
            <ac:spMk id="11" creationId="{04D6C7DE-F407-161E-36E3-BEEE4D2640FD}"/>
          </ac:spMkLst>
        </pc:spChg>
        <pc:spChg chg="add mod">
          <ac:chgData name="Anna Lena Marie Beckmann (abeckma5)" userId="c15a436e-ba86-444d-9c6a-37f70c23a2b7" providerId="ADAL" clId="{28355E72-3872-414F-8AC6-642277C7BE9A}" dt="2026-10-24T17:14:18.244" v="4098" actId="20577"/>
          <ac:spMkLst>
            <pc:docMk/>
            <pc:sldMk cId="413556289" sldId="265"/>
            <ac:spMk id="13" creationId="{F3F047B8-297F-26C9-3020-0D410DA09650}"/>
          </ac:spMkLst>
        </pc:spChg>
        <pc:picChg chg="mod">
          <ac:chgData name="Anna Lena Marie Beckmann (abeckma5)" userId="c15a436e-ba86-444d-9c6a-37f70c23a2b7" providerId="ADAL" clId="{28355E72-3872-414F-8AC6-642277C7BE9A}" dt="2026-10-24T17:16:18.556" v="4124" actId="1076"/>
          <ac:picMkLst>
            <pc:docMk/>
            <pc:sldMk cId="413556289" sldId="265"/>
            <ac:picMk id="5" creationId="{B2601817-3E1E-7379-FFDF-3B5D78ACB6FC}"/>
          </ac:picMkLst>
        </pc:picChg>
        <pc:picChg chg="mod">
          <ac:chgData name="Anna Lena Marie Beckmann (abeckma5)" userId="c15a436e-ba86-444d-9c6a-37f70c23a2b7" providerId="ADAL" clId="{28355E72-3872-414F-8AC6-642277C7BE9A}" dt="2026-10-24T17:16:14.910" v="4123" actId="1076"/>
          <ac:picMkLst>
            <pc:docMk/>
            <pc:sldMk cId="413556289" sldId="265"/>
            <ac:picMk id="7" creationId="{2D53AE2C-EA89-FC0E-3100-EC52489439FB}"/>
          </ac:picMkLst>
        </pc:picChg>
      </pc:sldChg>
      <pc:sldChg chg="addSp delSp modSp new mod">
        <pc:chgData name="Anna Lena Marie Beckmann (abeckma5)" userId="c15a436e-ba86-444d-9c6a-37f70c23a2b7" providerId="ADAL" clId="{28355E72-3872-414F-8AC6-642277C7BE9A}" dt="2026-10-24T17:25:35.313" v="4289" actId="1076"/>
        <pc:sldMkLst>
          <pc:docMk/>
          <pc:sldMk cId="2784366955" sldId="266"/>
        </pc:sldMkLst>
        <pc:spChg chg="del mod">
          <ac:chgData name="Anna Lena Marie Beckmann (abeckma5)" userId="c15a436e-ba86-444d-9c6a-37f70c23a2b7" providerId="ADAL" clId="{28355E72-3872-414F-8AC6-642277C7BE9A}" dt="2026-10-24T17:16:39.974" v="4125" actId="478"/>
          <ac:spMkLst>
            <pc:docMk/>
            <pc:sldMk cId="2784366955" sldId="266"/>
            <ac:spMk id="2" creationId="{5807517E-19FF-8CC5-F453-693CFC71847A}"/>
          </ac:spMkLst>
        </pc:spChg>
        <pc:spChg chg="mod">
          <ac:chgData name="Anna Lena Marie Beckmann (abeckma5)" userId="c15a436e-ba86-444d-9c6a-37f70c23a2b7" providerId="ADAL" clId="{28355E72-3872-414F-8AC6-642277C7BE9A}" dt="2026-10-24T14:35:46.212" v="2308" actId="5793"/>
          <ac:spMkLst>
            <pc:docMk/>
            <pc:sldMk cId="2784366955" sldId="266"/>
            <ac:spMk id="3" creationId="{A8505FB1-6325-7447-AAAD-6385B65FBB8F}"/>
          </ac:spMkLst>
        </pc:spChg>
        <pc:spChg chg="add del mod">
          <ac:chgData name="Anna Lena Marie Beckmann (abeckma5)" userId="c15a436e-ba86-444d-9c6a-37f70c23a2b7" providerId="ADAL" clId="{28355E72-3872-414F-8AC6-642277C7BE9A}" dt="2026-10-24T17:19:48.860" v="4201" actId="12084"/>
          <ac:spMkLst>
            <pc:docMk/>
            <pc:sldMk cId="2784366955" sldId="266"/>
            <ac:spMk id="4" creationId="{FE00CF0F-34C9-DAD8-6915-4E974BAD04DB}"/>
          </ac:spMkLst>
        </pc:spChg>
        <pc:spChg chg="mod">
          <ac:chgData name="Anna Lena Marie Beckmann (abeckma5)" userId="c15a436e-ba86-444d-9c6a-37f70c23a2b7" providerId="ADAL" clId="{28355E72-3872-414F-8AC6-642277C7BE9A}" dt="2026-10-24T16:58:17.342" v="3582"/>
          <ac:spMkLst>
            <pc:docMk/>
            <pc:sldMk cId="2784366955" sldId="266"/>
            <ac:spMk id="9" creationId="{F05C1462-A14E-FF7D-E20F-4E848F5D9F13}"/>
          </ac:spMkLst>
        </pc:spChg>
        <pc:spChg chg="mod">
          <ac:chgData name="Anna Lena Marie Beckmann (abeckma5)" userId="c15a436e-ba86-444d-9c6a-37f70c23a2b7" providerId="ADAL" clId="{28355E72-3872-414F-8AC6-642277C7BE9A}" dt="2026-10-24T16:58:17.342" v="3582"/>
          <ac:spMkLst>
            <pc:docMk/>
            <pc:sldMk cId="2784366955" sldId="266"/>
            <ac:spMk id="10" creationId="{DD60A87F-D4EA-E516-F3CF-22567A9D7E61}"/>
          </ac:spMkLst>
        </pc:spChg>
        <pc:spChg chg="add del mod">
          <ac:chgData name="Anna Lena Marie Beckmann (abeckma5)" userId="c15a436e-ba86-444d-9c6a-37f70c23a2b7" providerId="ADAL" clId="{28355E72-3872-414F-8AC6-642277C7BE9A}" dt="2026-10-24T17:16:41.380" v="4126" actId="478"/>
          <ac:spMkLst>
            <pc:docMk/>
            <pc:sldMk cId="2784366955" sldId="266"/>
            <ac:spMk id="12" creationId="{A8252CB0-04E4-8FF6-834D-05977DE9196F}"/>
          </ac:spMkLst>
        </pc:spChg>
        <pc:spChg chg="add mod">
          <ac:chgData name="Anna Lena Marie Beckmann (abeckma5)" userId="c15a436e-ba86-444d-9c6a-37f70c23a2b7" providerId="ADAL" clId="{28355E72-3872-414F-8AC6-642277C7BE9A}" dt="2026-10-24T17:16:55.581" v="4150" actId="20577"/>
          <ac:spMkLst>
            <pc:docMk/>
            <pc:sldMk cId="2784366955" sldId="266"/>
            <ac:spMk id="14" creationId="{0A4BDA53-15CB-9634-85FC-A55D296B6740}"/>
          </ac:spMkLst>
        </pc:spChg>
        <pc:spChg chg="add mod">
          <ac:chgData name="Anna Lena Marie Beckmann (abeckma5)" userId="c15a436e-ba86-444d-9c6a-37f70c23a2b7" providerId="ADAL" clId="{28355E72-3872-414F-8AC6-642277C7BE9A}" dt="2026-10-24T17:24:22.950" v="4283" actId="164"/>
          <ac:spMkLst>
            <pc:docMk/>
            <pc:sldMk cId="2784366955" sldId="266"/>
            <ac:spMk id="15" creationId="{782F01ED-9D3D-748A-8649-3C63607288DE}"/>
          </ac:spMkLst>
        </pc:spChg>
        <pc:spChg chg="add mod ord">
          <ac:chgData name="Anna Lena Marie Beckmann (abeckma5)" userId="c15a436e-ba86-444d-9c6a-37f70c23a2b7" providerId="ADAL" clId="{28355E72-3872-414F-8AC6-642277C7BE9A}" dt="2026-10-24T17:24:22.950" v="4283" actId="164"/>
          <ac:spMkLst>
            <pc:docMk/>
            <pc:sldMk cId="2784366955" sldId="266"/>
            <ac:spMk id="17" creationId="{1D6B6843-0E1D-4343-B32E-08EDCA4DCEA1}"/>
          </ac:spMkLst>
        </pc:spChg>
        <pc:grpChg chg="add mod">
          <ac:chgData name="Anna Lena Marie Beckmann (abeckma5)" userId="c15a436e-ba86-444d-9c6a-37f70c23a2b7" providerId="ADAL" clId="{28355E72-3872-414F-8AC6-642277C7BE9A}" dt="2026-10-24T17:25:27.230" v="4288" actId="1076"/>
          <ac:grpSpMkLst>
            <pc:docMk/>
            <pc:sldMk cId="2784366955" sldId="266"/>
            <ac:grpSpMk id="18" creationId="{EAA9AEC0-FB4A-D05E-0F30-C0F387DC7709}"/>
          </ac:grpSpMkLst>
        </pc:grpChg>
        <pc:graphicFrameChg chg="add mod modGraphic">
          <ac:chgData name="Anna Lena Marie Beckmann (abeckma5)" userId="c15a436e-ba86-444d-9c6a-37f70c23a2b7" providerId="ADAL" clId="{28355E72-3872-414F-8AC6-642277C7BE9A}" dt="2026-10-24T17:25:35.313" v="4289" actId="1076"/>
          <ac:graphicFrameMkLst>
            <pc:docMk/>
            <pc:sldMk cId="2784366955" sldId="266"/>
            <ac:graphicFrameMk id="16" creationId="{92E9E410-B15E-4CA9-F128-7A6B151ED778}"/>
          </ac:graphicFrameMkLst>
        </pc:graphicFrameChg>
        <pc:picChg chg="mod">
          <ac:chgData name="Anna Lena Marie Beckmann (abeckma5)" userId="c15a436e-ba86-444d-9c6a-37f70c23a2b7" providerId="ADAL" clId="{28355E72-3872-414F-8AC6-642277C7BE9A}" dt="2026-10-24T17:25:18.448" v="4286" actId="1076"/>
          <ac:picMkLst>
            <pc:docMk/>
            <pc:sldMk cId="2784366955" sldId="266"/>
            <ac:picMk id="5" creationId="{19F90BCC-FAAD-BC68-0F34-520F4C8E9223}"/>
          </ac:picMkLst>
        </pc:picChg>
        <pc:picChg chg="mod">
          <ac:chgData name="Anna Lena Marie Beckmann (abeckma5)" userId="c15a436e-ba86-444d-9c6a-37f70c23a2b7" providerId="ADAL" clId="{28355E72-3872-414F-8AC6-642277C7BE9A}" dt="2026-10-24T17:25:21.959" v="4287" actId="1076"/>
          <ac:picMkLst>
            <pc:docMk/>
            <pc:sldMk cId="2784366955" sldId="266"/>
            <ac:picMk id="7" creationId="{13F1A52D-6069-1F28-C39F-DAC11BF41499}"/>
          </ac:picMkLst>
        </pc:picChg>
      </pc:sldChg>
      <pc:sldChg chg="new del">
        <pc:chgData name="Anna Lena Marie Beckmann (abeckma5)" userId="c15a436e-ba86-444d-9c6a-37f70c23a2b7" providerId="ADAL" clId="{28355E72-3872-414F-8AC6-642277C7BE9A}" dt="2026-10-24T16:56:47.763" v="3572" actId="2696"/>
        <pc:sldMkLst>
          <pc:docMk/>
          <pc:sldMk cId="2605015724" sldId="267"/>
        </pc:sldMkLst>
      </pc:sldChg>
      <pc:sldChg chg="modSp add mod">
        <pc:chgData name="Anna Lena Marie Beckmann (abeckma5)" userId="c15a436e-ba86-444d-9c6a-37f70c23a2b7" providerId="ADAL" clId="{28355E72-3872-414F-8AC6-642277C7BE9A}" dt="2026-10-24T17:30:55.060" v="4378" actId="1076"/>
        <pc:sldMkLst>
          <pc:docMk/>
          <pc:sldMk cId="4212711763" sldId="267"/>
        </pc:sldMkLst>
        <pc:spChg chg="mod">
          <ac:chgData name="Anna Lena Marie Beckmann (abeckma5)" userId="c15a436e-ba86-444d-9c6a-37f70c23a2b7" providerId="ADAL" clId="{28355E72-3872-414F-8AC6-642277C7BE9A}" dt="2026-10-24T17:30:55.060" v="4378" actId="1076"/>
          <ac:spMkLst>
            <pc:docMk/>
            <pc:sldMk cId="4212711763" sldId="267"/>
            <ac:spMk id="3" creationId="{1E74F814-1DBB-B9EC-6DBB-9E49DBE5D630}"/>
          </ac:spMkLst>
        </pc:spChg>
        <pc:spChg chg="mod">
          <ac:chgData name="Anna Lena Marie Beckmann (abeckma5)" userId="c15a436e-ba86-444d-9c6a-37f70c23a2b7" providerId="ADAL" clId="{28355E72-3872-414F-8AC6-642277C7BE9A}" dt="2026-10-24T17:29:20.775" v="4330" actId="20577"/>
          <ac:spMkLst>
            <pc:docMk/>
            <pc:sldMk cId="4212711763" sldId="267"/>
            <ac:spMk id="10" creationId="{163C9814-2FF5-9B70-8E93-A92670CCCB6C}"/>
          </ac:spMkLst>
        </pc:spChg>
        <pc:graphicFrameChg chg="mod">
          <ac:chgData name="Anna Lena Marie Beckmann (abeckma5)" userId="c15a436e-ba86-444d-9c6a-37f70c23a2b7" providerId="ADAL" clId="{28355E72-3872-414F-8AC6-642277C7BE9A}" dt="2026-10-24T17:29:45.446" v="4336" actId="1076"/>
          <ac:graphicFrameMkLst>
            <pc:docMk/>
            <pc:sldMk cId="4212711763" sldId="267"/>
            <ac:graphicFrameMk id="4" creationId="{6AC23EF6-97D2-3B5C-94FA-BFBEB192542D}"/>
          </ac:graphicFrameMkLst>
        </pc:graphicFrameChg>
      </pc:sldChg>
      <pc:sldChg chg="addSp delSp modSp new mod">
        <pc:chgData name="Anna Lena Marie Beckmann (abeckma5)" userId="c15a436e-ba86-444d-9c6a-37f70c23a2b7" providerId="ADAL" clId="{28355E72-3872-414F-8AC6-642277C7BE9A}" dt="2026-10-24T17:32:42.725" v="4437" actId="207"/>
        <pc:sldMkLst>
          <pc:docMk/>
          <pc:sldMk cId="246722703" sldId="268"/>
        </pc:sldMkLst>
        <pc:spChg chg="mod ord">
          <ac:chgData name="Anna Lena Marie Beckmann (abeckma5)" userId="c15a436e-ba86-444d-9c6a-37f70c23a2b7" providerId="ADAL" clId="{28355E72-3872-414F-8AC6-642277C7BE9A}" dt="2026-10-24T17:32:27.047" v="4436" actId="1076"/>
          <ac:spMkLst>
            <pc:docMk/>
            <pc:sldMk cId="246722703" sldId="268"/>
            <ac:spMk id="2" creationId="{865CAA20-B8E5-E0D9-AD31-1B7423117E6B}"/>
          </ac:spMkLst>
        </pc:spChg>
        <pc:spChg chg="del">
          <ac:chgData name="Anna Lena Marie Beckmann (abeckma5)" userId="c15a436e-ba86-444d-9c6a-37f70c23a2b7" providerId="ADAL" clId="{28355E72-3872-414F-8AC6-642277C7BE9A}" dt="2026-10-24T17:31:26.779" v="4409" actId="478"/>
          <ac:spMkLst>
            <pc:docMk/>
            <pc:sldMk cId="246722703" sldId="268"/>
            <ac:spMk id="3" creationId="{F6496CF9-2AC6-BAFF-71CE-66CCC7E955F8}"/>
          </ac:spMkLst>
        </pc:spChg>
        <pc:picChg chg="add mod">
          <ac:chgData name="Anna Lena Marie Beckmann (abeckma5)" userId="c15a436e-ba86-444d-9c6a-37f70c23a2b7" providerId="ADAL" clId="{28355E72-3872-414F-8AC6-642277C7BE9A}" dt="2026-10-24T17:32:42.725" v="4437" actId="207"/>
          <ac:picMkLst>
            <pc:docMk/>
            <pc:sldMk cId="246722703" sldId="268"/>
            <ac:picMk id="7" creationId="{DCD61158-CC8E-128A-7BCA-2D836EAFF4BE}"/>
          </ac:picMkLst>
        </pc:picChg>
      </pc:sldChg>
      <pc:sldMasterChg chg="modSldLayout">
        <pc:chgData name="Anna Lena Marie Beckmann (abeckma5)" userId="c15a436e-ba86-444d-9c6a-37f70c23a2b7" providerId="ADAL" clId="{28355E72-3872-414F-8AC6-642277C7BE9A}" dt="2026-10-24T16:58:06.607" v="3577"/>
        <pc:sldMasterMkLst>
          <pc:docMk/>
          <pc:sldMasterMk cId="3222458914" sldId="2147483717"/>
        </pc:sldMasterMkLst>
        <pc:sldLayoutChg chg="delSp">
          <pc:chgData name="Anna Lena Marie Beckmann (abeckma5)" userId="c15a436e-ba86-444d-9c6a-37f70c23a2b7" providerId="ADAL" clId="{28355E72-3872-414F-8AC6-642277C7BE9A}" dt="2026-10-24T16:58:06.607" v="3577"/>
          <pc:sldLayoutMkLst>
            <pc:docMk/>
            <pc:sldMasterMk cId="3222458914" sldId="2147483717"/>
            <pc:sldLayoutMk cId="1722822586" sldId="2147483745"/>
          </pc:sldLayoutMkLst>
          <pc:spChg chg="del">
            <ac:chgData name="Anna Lena Marie Beckmann (abeckma5)" userId="c15a436e-ba86-444d-9c6a-37f70c23a2b7" providerId="ADAL" clId="{28355E72-3872-414F-8AC6-642277C7BE9A}" dt="2026-10-24T16:58:06.607" v="3577"/>
            <ac:spMkLst>
              <pc:docMk/>
              <pc:sldMasterMk cId="3222458914" sldId="2147483717"/>
              <pc:sldLayoutMk cId="1722822586" sldId="2147483745"/>
              <ac:spMk id="3" creationId="{D31AE9B9-D0DC-50F5-FE7E-BCF950A9B60C}"/>
            </ac:spMkLst>
          </pc:spChg>
          <pc:spChg chg="del">
            <ac:chgData name="Anna Lena Marie Beckmann (abeckma5)" userId="c15a436e-ba86-444d-9c6a-37f70c23a2b7" providerId="ADAL" clId="{28355E72-3872-414F-8AC6-642277C7BE9A}" dt="2026-10-24T16:58:06.607" v="3577"/>
            <ac:spMkLst>
              <pc:docMk/>
              <pc:sldMasterMk cId="3222458914" sldId="2147483717"/>
              <pc:sldLayoutMk cId="1722822586" sldId="2147483745"/>
              <ac:spMk id="4" creationId="{268344FF-8882-8B2E-4777-40771425C01A}"/>
            </ac:spMkLst>
          </pc:spChg>
          <pc:spChg chg="del">
            <ac:chgData name="Anna Lena Marie Beckmann (abeckma5)" userId="c15a436e-ba86-444d-9c6a-37f70c23a2b7" providerId="ADAL" clId="{28355E72-3872-414F-8AC6-642277C7BE9A}" dt="2026-10-24T16:58:06.607" v="3577"/>
            <ac:spMkLst>
              <pc:docMk/>
              <pc:sldMasterMk cId="3222458914" sldId="2147483717"/>
              <pc:sldLayoutMk cId="1722822586" sldId="2147483745"/>
              <ac:spMk id="5" creationId="{32F5B7E4-5668-20C3-5FFF-AA7F08736507}"/>
            </ac:spMkLst>
          </pc:spChg>
          <pc:spChg chg="del">
            <ac:chgData name="Anna Lena Marie Beckmann (abeckma5)" userId="c15a436e-ba86-444d-9c6a-37f70c23a2b7" providerId="ADAL" clId="{28355E72-3872-414F-8AC6-642277C7BE9A}" dt="2026-10-24T16:58:06.607" v="3577"/>
            <ac:spMkLst>
              <pc:docMk/>
              <pc:sldMasterMk cId="3222458914" sldId="2147483717"/>
              <pc:sldLayoutMk cId="1722822586" sldId="2147483745"/>
              <ac:spMk id="10" creationId="{FF8F2B01-BAAD-F03E-72D9-CC472F3A5DE5}"/>
            </ac:spMkLst>
          </pc:spChg>
          <pc:cxnChg chg="del">
            <ac:chgData name="Anna Lena Marie Beckmann (abeckma5)" userId="c15a436e-ba86-444d-9c6a-37f70c23a2b7" providerId="ADAL" clId="{28355E72-3872-414F-8AC6-642277C7BE9A}" dt="2026-10-24T16:58:06.607" v="3577"/>
            <ac:cxnSpMkLst>
              <pc:docMk/>
              <pc:sldMasterMk cId="3222458914" sldId="2147483717"/>
              <pc:sldLayoutMk cId="1722822586" sldId="2147483745"/>
              <ac:cxnSpMk id="12" creationId="{5B086C0A-2B9C-7A1D-5F77-AF7402CC1F84}"/>
            </ac:cxnSpMkLst>
          </pc:cxnChg>
        </pc:sldLayoutChg>
      </pc:sldMasterChg>
      <pc:sldMasterChg chg="setBg modSldLayout">
        <pc:chgData name="Anna Lena Marie Beckmann (abeckma5)" userId="c15a436e-ba86-444d-9c6a-37f70c23a2b7" providerId="ADAL" clId="{28355E72-3872-414F-8AC6-642277C7BE9A}" dt="2026-10-24T17:01:58.849" v="3616"/>
        <pc:sldMasterMkLst>
          <pc:docMk/>
          <pc:sldMasterMk cId="1576303908" sldId="2147483746"/>
        </pc:sldMasterMkLst>
        <pc:sldLayoutChg chg="setBg">
          <pc:chgData name="Anna Lena Marie Beckmann (abeckma5)" userId="c15a436e-ba86-444d-9c6a-37f70c23a2b7" providerId="ADAL" clId="{28355E72-3872-414F-8AC6-642277C7BE9A}" dt="2026-10-24T17:01:58.849" v="3616"/>
          <pc:sldLayoutMkLst>
            <pc:docMk/>
            <pc:sldMasterMk cId="1576303908" sldId="2147483746"/>
            <pc:sldLayoutMk cId="3851480189" sldId="2147483747"/>
          </pc:sldLayoutMkLst>
        </pc:sldLayoutChg>
        <pc:sldLayoutChg chg="setBg">
          <pc:chgData name="Anna Lena Marie Beckmann (abeckma5)" userId="c15a436e-ba86-444d-9c6a-37f70c23a2b7" providerId="ADAL" clId="{28355E72-3872-414F-8AC6-642277C7BE9A}" dt="2026-10-24T17:01:58.849" v="3616"/>
          <pc:sldLayoutMkLst>
            <pc:docMk/>
            <pc:sldMasterMk cId="1576303908" sldId="2147483746"/>
            <pc:sldLayoutMk cId="3145358578" sldId="2147483749"/>
          </pc:sldLayoutMkLst>
        </pc:sldLayoutChg>
        <pc:sldLayoutChg chg="setBg">
          <pc:chgData name="Anna Lena Marie Beckmann (abeckma5)" userId="c15a436e-ba86-444d-9c6a-37f70c23a2b7" providerId="ADAL" clId="{28355E72-3872-414F-8AC6-642277C7BE9A}" dt="2026-10-24T17:01:58.849" v="3616"/>
          <pc:sldLayoutMkLst>
            <pc:docMk/>
            <pc:sldMasterMk cId="1576303908" sldId="2147483746"/>
            <pc:sldLayoutMk cId="2587235438" sldId="2147483750"/>
          </pc:sldLayoutMkLst>
        </pc:sldLayoutChg>
        <pc:sldLayoutChg chg="setBg">
          <pc:chgData name="Anna Lena Marie Beckmann (abeckma5)" userId="c15a436e-ba86-444d-9c6a-37f70c23a2b7" providerId="ADAL" clId="{28355E72-3872-414F-8AC6-642277C7BE9A}" dt="2026-10-24T17:01:58.849" v="3616"/>
          <pc:sldLayoutMkLst>
            <pc:docMk/>
            <pc:sldMasterMk cId="1576303908" sldId="2147483746"/>
            <pc:sldLayoutMk cId="2782831374" sldId="2147483751"/>
          </pc:sldLayoutMkLst>
        </pc:sldLayoutChg>
        <pc:sldLayoutChg chg="setBg">
          <pc:chgData name="Anna Lena Marie Beckmann (abeckma5)" userId="c15a436e-ba86-444d-9c6a-37f70c23a2b7" providerId="ADAL" clId="{28355E72-3872-414F-8AC6-642277C7BE9A}" dt="2026-10-24T17:01:58.849" v="3616"/>
          <pc:sldLayoutMkLst>
            <pc:docMk/>
            <pc:sldMasterMk cId="1576303908" sldId="2147483746"/>
            <pc:sldLayoutMk cId="3614791963" sldId="2147483752"/>
          </pc:sldLayoutMkLst>
        </pc:sldLayoutChg>
        <pc:sldLayoutChg chg="setBg">
          <pc:chgData name="Anna Lena Marie Beckmann (abeckma5)" userId="c15a436e-ba86-444d-9c6a-37f70c23a2b7" providerId="ADAL" clId="{28355E72-3872-414F-8AC6-642277C7BE9A}" dt="2026-10-24T17:01:58.849" v="3616"/>
          <pc:sldLayoutMkLst>
            <pc:docMk/>
            <pc:sldMasterMk cId="1576303908" sldId="2147483746"/>
            <pc:sldLayoutMk cId="3307309265" sldId="2147483753"/>
          </pc:sldLayoutMkLst>
        </pc:sldLayoutChg>
        <pc:sldLayoutChg chg="setBg">
          <pc:chgData name="Anna Lena Marie Beckmann (abeckma5)" userId="c15a436e-ba86-444d-9c6a-37f70c23a2b7" providerId="ADAL" clId="{28355E72-3872-414F-8AC6-642277C7BE9A}" dt="2026-10-24T17:01:58.849" v="3616"/>
          <pc:sldLayoutMkLst>
            <pc:docMk/>
            <pc:sldMasterMk cId="1576303908" sldId="2147483746"/>
            <pc:sldLayoutMk cId="3928166188" sldId="2147483772"/>
          </pc:sldLayoutMkLst>
        </pc:sldLayoutChg>
        <pc:sldLayoutChg chg="setBg">
          <pc:chgData name="Anna Lena Marie Beckmann (abeckma5)" userId="c15a436e-ba86-444d-9c6a-37f70c23a2b7" providerId="ADAL" clId="{28355E72-3872-414F-8AC6-642277C7BE9A}" dt="2026-10-24T17:01:58.849" v="3616"/>
          <pc:sldLayoutMkLst>
            <pc:docMk/>
            <pc:sldMasterMk cId="1576303908" sldId="2147483746"/>
            <pc:sldLayoutMk cId="2730272673" sldId="2147483773"/>
          </pc:sldLayoutMkLst>
        </pc:sldLayoutChg>
      </pc:sldMasterChg>
    </pc:docChg>
  </pc:docChgLst>
  <pc:docChgLst>
    <pc:chgData name="Anna Lena Marie Beckmann (abeckma5)" userId="c15a436e-ba86-444d-9c6a-37f70c23a2b7" providerId="ADAL" clId="{E76465DC-497B-4EEE-8536-302334EFFBCD}"/>
    <pc:docChg chg="custSel addSld modSld">
      <pc:chgData name="Anna Lena Marie Beckmann (abeckma5)" userId="c15a436e-ba86-444d-9c6a-37f70c23a2b7" providerId="ADAL" clId="{E76465DC-497B-4EEE-8536-302334EFFBCD}" dt="2026-10-24T14:49:24.329" v="59" actId="1076"/>
      <pc:docMkLst>
        <pc:docMk/>
      </pc:docMkLst>
      <pc:sldChg chg="addSp modSp mod">
        <pc:chgData name="Anna Lena Marie Beckmann (abeckma5)" userId="c15a436e-ba86-444d-9c6a-37f70c23a2b7" providerId="ADAL" clId="{E76465DC-497B-4EEE-8536-302334EFFBCD}" dt="2026-10-24T14:09:37.284" v="47" actId="20577"/>
        <pc:sldMkLst>
          <pc:docMk/>
          <pc:sldMk cId="726573041" sldId="258"/>
        </pc:sldMkLst>
        <pc:spChg chg="mod">
          <ac:chgData name="Anna Lena Marie Beckmann (abeckma5)" userId="c15a436e-ba86-444d-9c6a-37f70c23a2b7" providerId="ADAL" clId="{E76465DC-497B-4EEE-8536-302334EFFBCD}" dt="2026-10-24T14:09:37.284" v="47" actId="20577"/>
          <ac:spMkLst>
            <pc:docMk/>
            <pc:sldMk cId="726573041" sldId="258"/>
            <ac:spMk id="3" creationId="{88924B69-CBA3-2C4D-CBA9-4B460E24CEAC}"/>
          </ac:spMkLst>
        </pc:spChg>
        <pc:picChg chg="add mod">
          <ac:chgData name="Anna Lena Marie Beckmann (abeckma5)" userId="c15a436e-ba86-444d-9c6a-37f70c23a2b7" providerId="ADAL" clId="{E76465DC-497B-4EEE-8536-302334EFFBCD}" dt="2026-10-24T14:04:33.772" v="3" actId="1076"/>
          <ac:picMkLst>
            <pc:docMk/>
            <pc:sldMk cId="726573041" sldId="258"/>
            <ac:picMk id="6" creationId="{64A88CD7-857E-4662-C9AA-F75776C4E27B}"/>
          </ac:picMkLst>
        </pc:picChg>
      </pc:sldChg>
      <pc:sldChg chg="addSp delSp modSp new mod">
        <pc:chgData name="Anna Lena Marie Beckmann (abeckma5)" userId="c15a436e-ba86-444d-9c6a-37f70c23a2b7" providerId="ADAL" clId="{E76465DC-497B-4EEE-8536-302334EFFBCD}" dt="2026-10-24T14:15:59.779" v="51"/>
        <pc:sldMkLst>
          <pc:docMk/>
          <pc:sldMk cId="3638805733" sldId="264"/>
        </pc:sldMkLst>
        <pc:spChg chg="del">
          <ac:chgData name="Anna Lena Marie Beckmann (abeckma5)" userId="c15a436e-ba86-444d-9c6a-37f70c23a2b7" providerId="ADAL" clId="{E76465DC-497B-4EEE-8536-302334EFFBCD}" dt="2026-10-24T14:09:47.387" v="49" actId="22"/>
          <ac:spMkLst>
            <pc:docMk/>
            <pc:sldMk cId="3638805733" sldId="264"/>
            <ac:spMk id="3" creationId="{D35B5490-C82D-C2F3-B69B-E45F764440CA}"/>
          </ac:spMkLst>
        </pc:spChg>
        <pc:spChg chg="mod">
          <ac:chgData name="Anna Lena Marie Beckmann (abeckma5)" userId="c15a436e-ba86-444d-9c6a-37f70c23a2b7" providerId="ADAL" clId="{E76465DC-497B-4EEE-8536-302334EFFBCD}" dt="2026-10-24T14:15:59.779" v="51"/>
          <ac:spMkLst>
            <pc:docMk/>
            <pc:sldMk cId="3638805733" sldId="264"/>
            <ac:spMk id="8" creationId="{A3737F59-EA61-6B12-5F4A-AA718A4A1489}"/>
          </ac:spMkLst>
        </pc:spChg>
        <pc:picChg chg="add mod ord">
          <ac:chgData name="Anna Lena Marie Beckmann (abeckma5)" userId="c15a436e-ba86-444d-9c6a-37f70c23a2b7" providerId="ADAL" clId="{E76465DC-497B-4EEE-8536-302334EFFBCD}" dt="2026-10-24T14:09:47.387" v="49" actId="22"/>
          <ac:picMkLst>
            <pc:docMk/>
            <pc:sldMk cId="3638805733" sldId="264"/>
            <ac:picMk id="5" creationId="{3F667642-C6BF-6FA3-E00C-6F1C79AA6E37}"/>
          </ac:picMkLst>
        </pc:picChg>
        <pc:picChg chg="add">
          <ac:chgData name="Anna Lena Marie Beckmann (abeckma5)" userId="c15a436e-ba86-444d-9c6a-37f70c23a2b7" providerId="ADAL" clId="{E76465DC-497B-4EEE-8536-302334EFFBCD}" dt="2026-10-24T14:11:40.809" v="50" actId="22"/>
          <ac:picMkLst>
            <pc:docMk/>
            <pc:sldMk cId="3638805733" sldId="264"/>
            <ac:picMk id="7" creationId="{66792BC2-C1CF-5248-E830-5D53EEDA709A}"/>
          </ac:picMkLst>
        </pc:picChg>
      </pc:sldChg>
      <pc:sldChg chg="addSp mod">
        <pc:chgData name="Anna Lena Marie Beckmann (abeckma5)" userId="c15a436e-ba86-444d-9c6a-37f70c23a2b7" providerId="ADAL" clId="{E76465DC-497B-4EEE-8536-302334EFFBCD}" dt="2026-10-24T14:35:09.049" v="53" actId="22"/>
        <pc:sldMkLst>
          <pc:docMk/>
          <pc:sldMk cId="413556289" sldId="265"/>
        </pc:sldMkLst>
        <pc:picChg chg="add">
          <ac:chgData name="Anna Lena Marie Beckmann (abeckma5)" userId="c15a436e-ba86-444d-9c6a-37f70c23a2b7" providerId="ADAL" clId="{E76465DC-497B-4EEE-8536-302334EFFBCD}" dt="2026-10-24T14:34:31.134" v="52" actId="22"/>
          <ac:picMkLst>
            <pc:docMk/>
            <pc:sldMk cId="413556289" sldId="265"/>
            <ac:picMk id="5" creationId="{B2601817-3E1E-7379-FFDF-3B5D78ACB6FC}"/>
          </ac:picMkLst>
        </pc:picChg>
        <pc:picChg chg="add">
          <ac:chgData name="Anna Lena Marie Beckmann (abeckma5)" userId="c15a436e-ba86-444d-9c6a-37f70c23a2b7" providerId="ADAL" clId="{E76465DC-497B-4EEE-8536-302334EFFBCD}" dt="2026-10-24T14:35:09.049" v="53" actId="22"/>
          <ac:picMkLst>
            <pc:docMk/>
            <pc:sldMk cId="413556289" sldId="265"/>
            <ac:picMk id="7" creationId="{2D53AE2C-EA89-FC0E-3100-EC52489439FB}"/>
          </ac:picMkLst>
        </pc:picChg>
      </pc:sldChg>
      <pc:sldChg chg="addSp delSp modSp mod">
        <pc:chgData name="Anna Lena Marie Beckmann (abeckma5)" userId="c15a436e-ba86-444d-9c6a-37f70c23a2b7" providerId="ADAL" clId="{E76465DC-497B-4EEE-8536-302334EFFBCD}" dt="2026-10-24T14:49:24.329" v="59" actId="1076"/>
        <pc:sldMkLst>
          <pc:docMk/>
          <pc:sldMk cId="2784366955" sldId="266"/>
        </pc:sldMkLst>
        <pc:spChg chg="del mod">
          <ac:chgData name="Anna Lena Marie Beckmann (abeckma5)" userId="c15a436e-ba86-444d-9c6a-37f70c23a2b7" providerId="ADAL" clId="{E76465DC-497B-4EEE-8536-302334EFFBCD}" dt="2026-10-24T14:49:21.362" v="58" actId="22"/>
          <ac:spMkLst>
            <pc:docMk/>
            <pc:sldMk cId="2784366955" sldId="266"/>
            <ac:spMk id="3" creationId="{A8505FB1-6325-7447-AAAD-6385B65FBB8F}"/>
          </ac:spMkLst>
        </pc:spChg>
        <pc:picChg chg="add mod">
          <ac:chgData name="Anna Lena Marie Beckmann (abeckma5)" userId="c15a436e-ba86-444d-9c6a-37f70c23a2b7" providerId="ADAL" clId="{E76465DC-497B-4EEE-8536-302334EFFBCD}" dt="2026-10-24T14:40:16.381" v="56" actId="1076"/>
          <ac:picMkLst>
            <pc:docMk/>
            <pc:sldMk cId="2784366955" sldId="266"/>
            <ac:picMk id="5" creationId="{19F90BCC-FAAD-BC68-0F34-520F4C8E9223}"/>
          </ac:picMkLst>
        </pc:picChg>
        <pc:picChg chg="add mod ord">
          <ac:chgData name="Anna Lena Marie Beckmann (abeckma5)" userId="c15a436e-ba86-444d-9c6a-37f70c23a2b7" providerId="ADAL" clId="{E76465DC-497B-4EEE-8536-302334EFFBCD}" dt="2026-10-24T14:49:24.329" v="59" actId="1076"/>
          <ac:picMkLst>
            <pc:docMk/>
            <pc:sldMk cId="2784366955" sldId="266"/>
            <ac:picMk id="7" creationId="{13F1A52D-6069-1F28-C39F-DAC11BF41499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78CDBCA-24C3-4FF7-82BC-27FA7215761C}" type="doc">
      <dgm:prSet loTypeId="urn:microsoft.com/office/officeart/2005/8/layout/hList1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2D1FC2BB-EDC3-4A40-861C-1517AD8D7D5A}">
      <dgm:prSet/>
      <dgm:spPr/>
      <dgm:t>
        <a:bodyPr/>
        <a:lstStyle/>
        <a:p>
          <a:r>
            <a:rPr lang="de-DE" dirty="0"/>
            <a:t>User</a:t>
          </a:r>
        </a:p>
      </dgm:t>
    </dgm:pt>
    <dgm:pt modelId="{DB620875-1B0B-4ECE-A7CE-4EBB988EFBEA}" type="parTrans" cxnId="{32B799F7-A3B1-461D-ABAC-360BA44B680D}">
      <dgm:prSet/>
      <dgm:spPr/>
      <dgm:t>
        <a:bodyPr/>
        <a:lstStyle/>
        <a:p>
          <a:endParaRPr lang="de-DE"/>
        </a:p>
      </dgm:t>
    </dgm:pt>
    <dgm:pt modelId="{545E6DA7-75C0-4422-9E0C-AE9BD599512F}" type="sibTrans" cxnId="{32B799F7-A3B1-461D-ABAC-360BA44B680D}">
      <dgm:prSet/>
      <dgm:spPr/>
      <dgm:t>
        <a:bodyPr/>
        <a:lstStyle/>
        <a:p>
          <a:endParaRPr lang="de-DE"/>
        </a:p>
      </dgm:t>
    </dgm:pt>
    <dgm:pt modelId="{32AD55CE-620F-4E4E-A25A-70B2EA92A33C}">
      <dgm:prSet/>
      <dgm:spPr/>
      <dgm:t>
        <a:bodyPr/>
        <a:lstStyle/>
        <a:p>
          <a:r>
            <a:rPr lang="de-DE" dirty="0"/>
            <a:t>Praktikumsgruppen</a:t>
          </a:r>
        </a:p>
      </dgm:t>
    </dgm:pt>
    <dgm:pt modelId="{0829CDFC-7A04-44C0-B02D-B1D1848556F0}" type="parTrans" cxnId="{892D7AE5-FA7D-4E15-AA74-47CEE29FFB33}">
      <dgm:prSet/>
      <dgm:spPr/>
      <dgm:t>
        <a:bodyPr/>
        <a:lstStyle/>
        <a:p>
          <a:endParaRPr lang="de-DE"/>
        </a:p>
      </dgm:t>
    </dgm:pt>
    <dgm:pt modelId="{A5D1DAA1-F3E2-48F0-B1E5-43925D7C4E42}" type="sibTrans" cxnId="{892D7AE5-FA7D-4E15-AA74-47CEE29FFB33}">
      <dgm:prSet/>
      <dgm:spPr/>
      <dgm:t>
        <a:bodyPr/>
        <a:lstStyle/>
        <a:p>
          <a:endParaRPr lang="de-DE"/>
        </a:p>
      </dgm:t>
    </dgm:pt>
    <dgm:pt modelId="{EA9B429D-3F42-4DD1-ABAC-344AA45EF79D}">
      <dgm:prSet/>
      <dgm:spPr/>
      <dgm:t>
        <a:bodyPr/>
        <a:lstStyle/>
        <a:p>
          <a:r>
            <a:rPr lang="de-DE" dirty="0"/>
            <a:t>Users</a:t>
          </a:r>
        </a:p>
      </dgm:t>
    </dgm:pt>
    <dgm:pt modelId="{A45F3469-5518-41DF-92F9-F6BFA3213284}" type="parTrans" cxnId="{F478DF45-8C42-48F9-99E3-A5C9D76FB5F8}">
      <dgm:prSet/>
      <dgm:spPr/>
      <dgm:t>
        <a:bodyPr/>
        <a:lstStyle/>
        <a:p>
          <a:endParaRPr lang="de-DE"/>
        </a:p>
      </dgm:t>
    </dgm:pt>
    <dgm:pt modelId="{B20AFFC5-0F50-49AA-AAF9-F322BC628EB8}" type="sibTrans" cxnId="{F478DF45-8C42-48F9-99E3-A5C9D76FB5F8}">
      <dgm:prSet/>
      <dgm:spPr/>
      <dgm:t>
        <a:bodyPr/>
        <a:lstStyle/>
        <a:p>
          <a:endParaRPr lang="de-DE"/>
        </a:p>
      </dgm:t>
    </dgm:pt>
    <dgm:pt modelId="{FA9C42C7-5411-48D6-9F15-1BA2F8722AEC}">
      <dgm:prSet/>
      <dgm:spPr/>
      <dgm:t>
        <a:bodyPr/>
        <a:lstStyle/>
        <a:p>
          <a:r>
            <a:rPr lang="de-DE"/>
            <a:t>Teilnehmer am Marktplatz</a:t>
          </a:r>
        </a:p>
      </dgm:t>
    </dgm:pt>
    <dgm:pt modelId="{4864FCB5-8628-4B13-9A11-9450F61B4D7D}" type="parTrans" cxnId="{845A25AE-CF03-4282-A37B-893BB2222369}">
      <dgm:prSet/>
      <dgm:spPr/>
      <dgm:t>
        <a:bodyPr/>
        <a:lstStyle/>
        <a:p>
          <a:endParaRPr lang="de-DE"/>
        </a:p>
      </dgm:t>
    </dgm:pt>
    <dgm:pt modelId="{187F3B91-8A9B-4274-A59D-397D76B3C9FC}" type="sibTrans" cxnId="{845A25AE-CF03-4282-A37B-893BB2222369}">
      <dgm:prSet/>
      <dgm:spPr/>
      <dgm:t>
        <a:bodyPr/>
        <a:lstStyle/>
        <a:p>
          <a:endParaRPr lang="de-DE"/>
        </a:p>
      </dgm:t>
    </dgm:pt>
    <dgm:pt modelId="{21CC39FE-88C9-47CD-9E00-3CBF4C7ED5BD}">
      <dgm:prSet/>
      <dgm:spPr/>
      <dgm:t>
        <a:bodyPr/>
        <a:lstStyle/>
        <a:p>
          <a:r>
            <a:rPr lang="de-DE" dirty="0"/>
            <a:t>Besitzt Zugangsdaten, Name, Budget, Freundesliste, Wohnortdaten, Bewertungen</a:t>
          </a:r>
        </a:p>
      </dgm:t>
    </dgm:pt>
    <dgm:pt modelId="{9710AE88-3161-4722-A908-A8E820CD887F}" type="parTrans" cxnId="{F2D397AF-3D0C-4DD3-A273-D7DA7DD1184D}">
      <dgm:prSet/>
      <dgm:spPr/>
      <dgm:t>
        <a:bodyPr/>
        <a:lstStyle/>
        <a:p>
          <a:endParaRPr lang="de-DE"/>
        </a:p>
      </dgm:t>
    </dgm:pt>
    <dgm:pt modelId="{C07A54EC-A5B9-4929-A22D-06C9B5ED64D2}" type="sibTrans" cxnId="{F2D397AF-3D0C-4DD3-A273-D7DA7DD1184D}">
      <dgm:prSet/>
      <dgm:spPr/>
      <dgm:t>
        <a:bodyPr/>
        <a:lstStyle/>
        <a:p>
          <a:endParaRPr lang="de-DE"/>
        </a:p>
      </dgm:t>
    </dgm:pt>
    <dgm:pt modelId="{4EBF45D8-8044-460A-83EB-BDC5316FCDCC}">
      <dgm:prSet/>
      <dgm:spPr/>
      <dgm:t>
        <a:bodyPr/>
        <a:lstStyle/>
        <a:p>
          <a:r>
            <a:rPr lang="de-DE"/>
            <a:t>Gruppierung von User</a:t>
          </a:r>
          <a:endParaRPr lang="de-DE" dirty="0"/>
        </a:p>
      </dgm:t>
    </dgm:pt>
    <dgm:pt modelId="{9356092D-2A32-4C83-8CA2-164F5551557C}" type="parTrans" cxnId="{577C2DB3-50CF-49E0-9AD0-0716952C1BA8}">
      <dgm:prSet/>
      <dgm:spPr/>
      <dgm:t>
        <a:bodyPr/>
        <a:lstStyle/>
        <a:p>
          <a:endParaRPr lang="de-DE"/>
        </a:p>
      </dgm:t>
    </dgm:pt>
    <dgm:pt modelId="{38BDA8C8-A0E8-44DF-B74B-12A18034D105}" type="sibTrans" cxnId="{577C2DB3-50CF-49E0-9AD0-0716952C1BA8}">
      <dgm:prSet/>
      <dgm:spPr/>
      <dgm:t>
        <a:bodyPr/>
        <a:lstStyle/>
        <a:p>
          <a:endParaRPr lang="de-DE"/>
        </a:p>
      </dgm:t>
    </dgm:pt>
    <dgm:pt modelId="{EA8FACF1-6B34-4114-947F-7846A2F6A33C}">
      <dgm:prSet/>
      <dgm:spPr/>
      <dgm:t>
        <a:bodyPr/>
        <a:lstStyle/>
        <a:p>
          <a:r>
            <a:rPr lang="de-DE"/>
            <a:t>Verwaltet alle User</a:t>
          </a:r>
          <a:endParaRPr lang="de-DE" dirty="0"/>
        </a:p>
      </dgm:t>
    </dgm:pt>
    <dgm:pt modelId="{1553D1D7-D271-4F59-B905-CA76D33BA158}" type="parTrans" cxnId="{096C2863-46B9-47F9-8EF8-DFCBB28753E7}">
      <dgm:prSet/>
      <dgm:spPr/>
      <dgm:t>
        <a:bodyPr/>
        <a:lstStyle/>
        <a:p>
          <a:endParaRPr lang="de-DE"/>
        </a:p>
      </dgm:t>
    </dgm:pt>
    <dgm:pt modelId="{3CDB1D2D-701F-4321-B28B-5DA58F9ECCE2}" type="sibTrans" cxnId="{096C2863-46B9-47F9-8EF8-DFCBB28753E7}">
      <dgm:prSet/>
      <dgm:spPr/>
      <dgm:t>
        <a:bodyPr/>
        <a:lstStyle/>
        <a:p>
          <a:endParaRPr lang="de-DE"/>
        </a:p>
      </dgm:t>
    </dgm:pt>
    <dgm:pt modelId="{0A187D2F-8CB9-4FE2-960F-2E11AED6711F}">
      <dgm:prSet/>
      <dgm:spPr/>
      <dgm:t>
        <a:bodyPr/>
        <a:lstStyle/>
        <a:p>
          <a:r>
            <a:rPr lang="de-DE" dirty="0"/>
            <a:t>Ließt Benutzer-/Freundschaftsdaten aus CSV</a:t>
          </a:r>
        </a:p>
      </dgm:t>
    </dgm:pt>
    <dgm:pt modelId="{7A59BDD9-4AD8-455F-A9FC-23FEE54A9745}" type="parTrans" cxnId="{97C9BAEB-23D3-44D4-91BB-7BB8B25F384A}">
      <dgm:prSet/>
      <dgm:spPr/>
      <dgm:t>
        <a:bodyPr/>
        <a:lstStyle/>
        <a:p>
          <a:endParaRPr lang="de-DE"/>
        </a:p>
      </dgm:t>
    </dgm:pt>
    <dgm:pt modelId="{5D5715B7-41DB-4624-8084-6ED283A3C384}" type="sibTrans" cxnId="{97C9BAEB-23D3-44D4-91BB-7BB8B25F384A}">
      <dgm:prSet/>
      <dgm:spPr/>
      <dgm:t>
        <a:bodyPr/>
        <a:lstStyle/>
        <a:p>
          <a:endParaRPr lang="de-DE"/>
        </a:p>
      </dgm:t>
    </dgm:pt>
    <dgm:pt modelId="{855C5F98-C932-4C3C-BCDB-34ECD069CD64}">
      <dgm:prSet/>
      <dgm:spPr/>
      <dgm:t>
        <a:bodyPr/>
        <a:lstStyle/>
        <a:p>
          <a:r>
            <a:rPr lang="de-DE"/>
            <a:t>Passwortüberprüfung, Freundschaftsempfehlung, Abstands-/Verbindungsberechnung</a:t>
          </a:r>
          <a:endParaRPr lang="de-DE" dirty="0"/>
        </a:p>
      </dgm:t>
    </dgm:pt>
    <dgm:pt modelId="{EBAD9F32-1194-4C25-BEC4-A1B4E24567C3}" type="parTrans" cxnId="{DBE245BF-7EAC-4F77-87DD-2D513ED20669}">
      <dgm:prSet/>
      <dgm:spPr/>
      <dgm:t>
        <a:bodyPr/>
        <a:lstStyle/>
        <a:p>
          <a:endParaRPr lang="de-DE"/>
        </a:p>
      </dgm:t>
    </dgm:pt>
    <dgm:pt modelId="{C3276026-B5A2-402B-A1BE-6B864BAADD7E}" type="sibTrans" cxnId="{DBE245BF-7EAC-4F77-87DD-2D513ED20669}">
      <dgm:prSet/>
      <dgm:spPr/>
      <dgm:t>
        <a:bodyPr/>
        <a:lstStyle/>
        <a:p>
          <a:endParaRPr lang="de-DE"/>
        </a:p>
      </dgm:t>
    </dgm:pt>
    <dgm:pt modelId="{0908EF02-63FC-43D1-A57F-2576EC8E9328}" type="pres">
      <dgm:prSet presAssocID="{F78CDBCA-24C3-4FF7-82BC-27FA7215761C}" presName="Name0" presStyleCnt="0">
        <dgm:presLayoutVars>
          <dgm:dir/>
          <dgm:animLvl val="lvl"/>
          <dgm:resizeHandles val="exact"/>
        </dgm:presLayoutVars>
      </dgm:prSet>
      <dgm:spPr/>
    </dgm:pt>
    <dgm:pt modelId="{BFF0B067-89F6-483E-8FDB-1C30BBFB2ABB}" type="pres">
      <dgm:prSet presAssocID="{2D1FC2BB-EDC3-4A40-861C-1517AD8D7D5A}" presName="composite" presStyleCnt="0"/>
      <dgm:spPr/>
    </dgm:pt>
    <dgm:pt modelId="{FA885DE3-1FC6-4937-B28F-5207B2B606CF}" type="pres">
      <dgm:prSet presAssocID="{2D1FC2BB-EDC3-4A40-861C-1517AD8D7D5A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7F414582-7F16-4491-A4B3-FC8B0BCF506D}" type="pres">
      <dgm:prSet presAssocID="{2D1FC2BB-EDC3-4A40-861C-1517AD8D7D5A}" presName="desTx" presStyleLbl="alignAccFollowNode1" presStyleIdx="0" presStyleCnt="3">
        <dgm:presLayoutVars>
          <dgm:bulletEnabled val="1"/>
        </dgm:presLayoutVars>
      </dgm:prSet>
      <dgm:spPr/>
    </dgm:pt>
    <dgm:pt modelId="{D3290820-7672-4DE0-AB8B-3B95B4E99962}" type="pres">
      <dgm:prSet presAssocID="{545E6DA7-75C0-4422-9E0C-AE9BD599512F}" presName="space" presStyleCnt="0"/>
      <dgm:spPr/>
    </dgm:pt>
    <dgm:pt modelId="{3B18D8B0-9169-421B-9568-2DC4633017B8}" type="pres">
      <dgm:prSet presAssocID="{32AD55CE-620F-4E4E-A25A-70B2EA92A33C}" presName="composite" presStyleCnt="0"/>
      <dgm:spPr/>
    </dgm:pt>
    <dgm:pt modelId="{662104D4-EF21-4078-AC4D-37152CCD4D3B}" type="pres">
      <dgm:prSet presAssocID="{32AD55CE-620F-4E4E-A25A-70B2EA92A33C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B4E49A74-AA44-47D9-96EE-A4F36AB92A33}" type="pres">
      <dgm:prSet presAssocID="{32AD55CE-620F-4E4E-A25A-70B2EA92A33C}" presName="desTx" presStyleLbl="alignAccFollowNode1" presStyleIdx="1" presStyleCnt="3">
        <dgm:presLayoutVars>
          <dgm:bulletEnabled val="1"/>
        </dgm:presLayoutVars>
      </dgm:prSet>
      <dgm:spPr/>
    </dgm:pt>
    <dgm:pt modelId="{86211B89-00A5-48B7-A063-EEF2E33F35C2}" type="pres">
      <dgm:prSet presAssocID="{A5D1DAA1-F3E2-48F0-B1E5-43925D7C4E42}" presName="space" presStyleCnt="0"/>
      <dgm:spPr/>
    </dgm:pt>
    <dgm:pt modelId="{E25D777E-6669-4918-92B6-13E3A569CA21}" type="pres">
      <dgm:prSet presAssocID="{EA9B429D-3F42-4DD1-ABAC-344AA45EF79D}" presName="composite" presStyleCnt="0"/>
      <dgm:spPr/>
    </dgm:pt>
    <dgm:pt modelId="{E8DBF4FE-3AEF-4F8D-9152-921B72A1D0F5}" type="pres">
      <dgm:prSet presAssocID="{EA9B429D-3F42-4DD1-ABAC-344AA45EF79D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7ABE2A78-99B1-4163-9C3D-B0370FFC030E}" type="pres">
      <dgm:prSet presAssocID="{EA9B429D-3F42-4DD1-ABAC-344AA45EF79D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65D93D11-2DB2-4F15-A291-8897B8DE482B}" type="presOf" srcId="{21CC39FE-88C9-47CD-9E00-3CBF4C7ED5BD}" destId="{7F414582-7F16-4491-A4B3-FC8B0BCF506D}" srcOrd="0" destOrd="1" presId="urn:microsoft.com/office/officeart/2005/8/layout/hList1"/>
    <dgm:cxn modelId="{C9F98C14-DDDC-43CE-A5A4-FBF978AA5D8F}" type="presOf" srcId="{EA8FACF1-6B34-4114-947F-7846A2F6A33C}" destId="{7ABE2A78-99B1-4163-9C3D-B0370FFC030E}" srcOrd="0" destOrd="0" presId="urn:microsoft.com/office/officeart/2005/8/layout/hList1"/>
    <dgm:cxn modelId="{5C61C430-8623-4928-A5AB-BB48198AAC11}" type="presOf" srcId="{EA9B429D-3F42-4DD1-ABAC-344AA45EF79D}" destId="{E8DBF4FE-3AEF-4F8D-9152-921B72A1D0F5}" srcOrd="0" destOrd="0" presId="urn:microsoft.com/office/officeart/2005/8/layout/hList1"/>
    <dgm:cxn modelId="{6CE2D33F-80D1-4870-AFDF-01D8D08CB55F}" type="presOf" srcId="{FA9C42C7-5411-48D6-9F15-1BA2F8722AEC}" destId="{7F414582-7F16-4491-A4B3-FC8B0BCF506D}" srcOrd="0" destOrd="0" presId="urn:microsoft.com/office/officeart/2005/8/layout/hList1"/>
    <dgm:cxn modelId="{096C2863-46B9-47F9-8EF8-DFCBB28753E7}" srcId="{EA9B429D-3F42-4DD1-ABAC-344AA45EF79D}" destId="{EA8FACF1-6B34-4114-947F-7846A2F6A33C}" srcOrd="0" destOrd="0" parTransId="{1553D1D7-D271-4F59-B905-CA76D33BA158}" sibTransId="{3CDB1D2D-701F-4321-B28B-5DA58F9ECCE2}"/>
    <dgm:cxn modelId="{F478DF45-8C42-48F9-99E3-A5C9D76FB5F8}" srcId="{F78CDBCA-24C3-4FF7-82BC-27FA7215761C}" destId="{EA9B429D-3F42-4DD1-ABAC-344AA45EF79D}" srcOrd="2" destOrd="0" parTransId="{A45F3469-5518-41DF-92F9-F6BFA3213284}" sibTransId="{B20AFFC5-0F50-49AA-AAF9-F322BC628EB8}"/>
    <dgm:cxn modelId="{400EEC4B-7DBD-41EB-AD33-1CDE31354B22}" type="presOf" srcId="{4EBF45D8-8044-460A-83EB-BDC5316FCDCC}" destId="{B4E49A74-AA44-47D9-96EE-A4F36AB92A33}" srcOrd="0" destOrd="0" presId="urn:microsoft.com/office/officeart/2005/8/layout/hList1"/>
    <dgm:cxn modelId="{965CDA95-5926-4A22-AE8E-51AB3B6F1D04}" type="presOf" srcId="{855C5F98-C932-4C3C-BCDB-34ECD069CD64}" destId="{7ABE2A78-99B1-4163-9C3D-B0370FFC030E}" srcOrd="0" destOrd="2" presId="urn:microsoft.com/office/officeart/2005/8/layout/hList1"/>
    <dgm:cxn modelId="{0CA0D098-CAC1-4560-9828-C115530F5EAA}" type="presOf" srcId="{0A187D2F-8CB9-4FE2-960F-2E11AED6711F}" destId="{7ABE2A78-99B1-4163-9C3D-B0370FFC030E}" srcOrd="0" destOrd="1" presId="urn:microsoft.com/office/officeart/2005/8/layout/hList1"/>
    <dgm:cxn modelId="{845A25AE-CF03-4282-A37B-893BB2222369}" srcId="{2D1FC2BB-EDC3-4A40-861C-1517AD8D7D5A}" destId="{FA9C42C7-5411-48D6-9F15-1BA2F8722AEC}" srcOrd="0" destOrd="0" parTransId="{4864FCB5-8628-4B13-9A11-9450F61B4D7D}" sibTransId="{187F3B91-8A9B-4274-A59D-397D76B3C9FC}"/>
    <dgm:cxn modelId="{F2D397AF-3D0C-4DD3-A273-D7DA7DD1184D}" srcId="{2D1FC2BB-EDC3-4A40-861C-1517AD8D7D5A}" destId="{21CC39FE-88C9-47CD-9E00-3CBF4C7ED5BD}" srcOrd="1" destOrd="0" parTransId="{9710AE88-3161-4722-A908-A8E820CD887F}" sibTransId="{C07A54EC-A5B9-4929-A22D-06C9B5ED64D2}"/>
    <dgm:cxn modelId="{577C2DB3-50CF-49E0-9AD0-0716952C1BA8}" srcId="{32AD55CE-620F-4E4E-A25A-70B2EA92A33C}" destId="{4EBF45D8-8044-460A-83EB-BDC5316FCDCC}" srcOrd="0" destOrd="0" parTransId="{9356092D-2A32-4C83-8CA2-164F5551557C}" sibTransId="{38BDA8C8-A0E8-44DF-B74B-12A18034D105}"/>
    <dgm:cxn modelId="{049F84BA-3458-45EC-A684-7CF8ECF69A9C}" type="presOf" srcId="{32AD55CE-620F-4E4E-A25A-70B2EA92A33C}" destId="{662104D4-EF21-4078-AC4D-37152CCD4D3B}" srcOrd="0" destOrd="0" presId="urn:microsoft.com/office/officeart/2005/8/layout/hList1"/>
    <dgm:cxn modelId="{08FEE6BE-0208-4B80-82A2-776AA2452B6D}" type="presOf" srcId="{F78CDBCA-24C3-4FF7-82BC-27FA7215761C}" destId="{0908EF02-63FC-43D1-A57F-2576EC8E9328}" srcOrd="0" destOrd="0" presId="urn:microsoft.com/office/officeart/2005/8/layout/hList1"/>
    <dgm:cxn modelId="{DBE245BF-7EAC-4F77-87DD-2D513ED20669}" srcId="{EA9B429D-3F42-4DD1-ABAC-344AA45EF79D}" destId="{855C5F98-C932-4C3C-BCDB-34ECD069CD64}" srcOrd="2" destOrd="0" parTransId="{EBAD9F32-1194-4C25-BEC4-A1B4E24567C3}" sibTransId="{C3276026-B5A2-402B-A1BE-6B864BAADD7E}"/>
    <dgm:cxn modelId="{38C0DAC2-10A5-4ADF-A4F0-3CE831089B7A}" type="presOf" srcId="{2D1FC2BB-EDC3-4A40-861C-1517AD8D7D5A}" destId="{FA885DE3-1FC6-4937-B28F-5207B2B606CF}" srcOrd="0" destOrd="0" presId="urn:microsoft.com/office/officeart/2005/8/layout/hList1"/>
    <dgm:cxn modelId="{892D7AE5-FA7D-4E15-AA74-47CEE29FFB33}" srcId="{F78CDBCA-24C3-4FF7-82BC-27FA7215761C}" destId="{32AD55CE-620F-4E4E-A25A-70B2EA92A33C}" srcOrd="1" destOrd="0" parTransId="{0829CDFC-7A04-44C0-B02D-B1D1848556F0}" sibTransId="{A5D1DAA1-F3E2-48F0-B1E5-43925D7C4E42}"/>
    <dgm:cxn modelId="{97C9BAEB-23D3-44D4-91BB-7BB8B25F384A}" srcId="{EA9B429D-3F42-4DD1-ABAC-344AA45EF79D}" destId="{0A187D2F-8CB9-4FE2-960F-2E11AED6711F}" srcOrd="1" destOrd="0" parTransId="{7A59BDD9-4AD8-455F-A9FC-23FEE54A9745}" sibTransId="{5D5715B7-41DB-4624-8084-6ED283A3C384}"/>
    <dgm:cxn modelId="{32B799F7-A3B1-461D-ABAC-360BA44B680D}" srcId="{F78CDBCA-24C3-4FF7-82BC-27FA7215761C}" destId="{2D1FC2BB-EDC3-4A40-861C-1517AD8D7D5A}" srcOrd="0" destOrd="0" parTransId="{DB620875-1B0B-4ECE-A7CE-4EBB988EFBEA}" sibTransId="{545E6DA7-75C0-4422-9E0C-AE9BD599512F}"/>
    <dgm:cxn modelId="{D373F089-4955-4E0A-B7E3-C14254F4681E}" type="presParOf" srcId="{0908EF02-63FC-43D1-A57F-2576EC8E9328}" destId="{BFF0B067-89F6-483E-8FDB-1C30BBFB2ABB}" srcOrd="0" destOrd="0" presId="urn:microsoft.com/office/officeart/2005/8/layout/hList1"/>
    <dgm:cxn modelId="{07BE4BF9-F748-4898-B65C-105404604FD2}" type="presParOf" srcId="{BFF0B067-89F6-483E-8FDB-1C30BBFB2ABB}" destId="{FA885DE3-1FC6-4937-B28F-5207B2B606CF}" srcOrd="0" destOrd="0" presId="urn:microsoft.com/office/officeart/2005/8/layout/hList1"/>
    <dgm:cxn modelId="{3C2753B5-A43C-4B88-A650-4815D2376DFA}" type="presParOf" srcId="{BFF0B067-89F6-483E-8FDB-1C30BBFB2ABB}" destId="{7F414582-7F16-4491-A4B3-FC8B0BCF506D}" srcOrd="1" destOrd="0" presId="urn:microsoft.com/office/officeart/2005/8/layout/hList1"/>
    <dgm:cxn modelId="{8D8FC31A-C66F-4DC0-9DD4-FFD195A62265}" type="presParOf" srcId="{0908EF02-63FC-43D1-A57F-2576EC8E9328}" destId="{D3290820-7672-4DE0-AB8B-3B95B4E99962}" srcOrd="1" destOrd="0" presId="urn:microsoft.com/office/officeart/2005/8/layout/hList1"/>
    <dgm:cxn modelId="{E37E57AD-125B-4A79-BD5E-D827728FFF84}" type="presParOf" srcId="{0908EF02-63FC-43D1-A57F-2576EC8E9328}" destId="{3B18D8B0-9169-421B-9568-2DC4633017B8}" srcOrd="2" destOrd="0" presId="urn:microsoft.com/office/officeart/2005/8/layout/hList1"/>
    <dgm:cxn modelId="{3DFEE5C0-6363-4CF6-B2FC-742E592FF9D4}" type="presParOf" srcId="{3B18D8B0-9169-421B-9568-2DC4633017B8}" destId="{662104D4-EF21-4078-AC4D-37152CCD4D3B}" srcOrd="0" destOrd="0" presId="urn:microsoft.com/office/officeart/2005/8/layout/hList1"/>
    <dgm:cxn modelId="{43335B47-B890-4550-9485-FF49BAA6921B}" type="presParOf" srcId="{3B18D8B0-9169-421B-9568-2DC4633017B8}" destId="{B4E49A74-AA44-47D9-96EE-A4F36AB92A33}" srcOrd="1" destOrd="0" presId="urn:microsoft.com/office/officeart/2005/8/layout/hList1"/>
    <dgm:cxn modelId="{D4ED429A-D08D-407C-BF7F-C51C77D22C70}" type="presParOf" srcId="{0908EF02-63FC-43D1-A57F-2576EC8E9328}" destId="{86211B89-00A5-48B7-A063-EEF2E33F35C2}" srcOrd="3" destOrd="0" presId="urn:microsoft.com/office/officeart/2005/8/layout/hList1"/>
    <dgm:cxn modelId="{9BA2E396-A278-4C30-A3B8-CF7B99E3E394}" type="presParOf" srcId="{0908EF02-63FC-43D1-A57F-2576EC8E9328}" destId="{E25D777E-6669-4918-92B6-13E3A569CA21}" srcOrd="4" destOrd="0" presId="urn:microsoft.com/office/officeart/2005/8/layout/hList1"/>
    <dgm:cxn modelId="{872CB726-11C7-4D7B-8DA4-B7EE923CB213}" type="presParOf" srcId="{E25D777E-6669-4918-92B6-13E3A569CA21}" destId="{E8DBF4FE-3AEF-4F8D-9152-921B72A1D0F5}" srcOrd="0" destOrd="0" presId="urn:microsoft.com/office/officeart/2005/8/layout/hList1"/>
    <dgm:cxn modelId="{49774976-C653-40F2-891B-3D7A10F5EB62}" type="presParOf" srcId="{E25D777E-6669-4918-92B6-13E3A569CA21}" destId="{7ABE2A78-99B1-4163-9C3D-B0370FFC030E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AE1101-D6B1-4FFC-9E3F-14CCE827B8C4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97987EDB-E8B0-4E6C-BD51-44555D7D43EA}">
      <dgm:prSet phldrT="[Text]" phldr="0"/>
      <dgm:spPr/>
      <dgm:t>
        <a:bodyPr/>
        <a:lstStyle/>
        <a:p>
          <a:r>
            <a:rPr lang="de-DE" dirty="0" err="1"/>
            <a:t>Auction</a:t>
          </a:r>
          <a:endParaRPr lang="de-DE" dirty="0"/>
        </a:p>
      </dgm:t>
    </dgm:pt>
    <dgm:pt modelId="{33FF702E-E294-45F5-ACC0-78C8A347376B}" type="parTrans" cxnId="{A203D397-42DC-4CC5-A7D1-13B1917862FA}">
      <dgm:prSet/>
      <dgm:spPr/>
      <dgm:t>
        <a:bodyPr/>
        <a:lstStyle/>
        <a:p>
          <a:endParaRPr lang="de-DE"/>
        </a:p>
      </dgm:t>
    </dgm:pt>
    <dgm:pt modelId="{0AF4CFA4-CD2D-46FF-B244-096DDB053AB0}" type="sibTrans" cxnId="{A203D397-42DC-4CC5-A7D1-13B1917862FA}">
      <dgm:prSet/>
      <dgm:spPr/>
      <dgm:t>
        <a:bodyPr/>
        <a:lstStyle/>
        <a:p>
          <a:endParaRPr lang="de-DE"/>
        </a:p>
      </dgm:t>
    </dgm:pt>
    <dgm:pt modelId="{18A47FFF-0D3A-47BE-80BB-F2613C1306DB}">
      <dgm:prSet phldrT="[Text]" phldr="0"/>
      <dgm:spPr/>
      <dgm:t>
        <a:bodyPr/>
        <a:lstStyle/>
        <a:p>
          <a:r>
            <a:rPr lang="de-DE" dirty="0"/>
            <a:t>Item wird an Höchstbietenden versteigert</a:t>
          </a:r>
        </a:p>
      </dgm:t>
    </dgm:pt>
    <dgm:pt modelId="{D1F91A8A-ADC6-4A7E-AA2C-CBF5D95EFA87}" type="parTrans" cxnId="{5DC9DC71-B889-49C0-B2E5-534D24DDC58B}">
      <dgm:prSet/>
      <dgm:spPr/>
      <dgm:t>
        <a:bodyPr/>
        <a:lstStyle/>
        <a:p>
          <a:endParaRPr lang="de-DE"/>
        </a:p>
      </dgm:t>
    </dgm:pt>
    <dgm:pt modelId="{BBBC2286-4CBB-4A12-A86F-3A3F9F6554A0}" type="sibTrans" cxnId="{5DC9DC71-B889-49C0-B2E5-534D24DDC58B}">
      <dgm:prSet/>
      <dgm:spPr/>
      <dgm:t>
        <a:bodyPr/>
        <a:lstStyle/>
        <a:p>
          <a:endParaRPr lang="de-DE"/>
        </a:p>
      </dgm:t>
    </dgm:pt>
    <dgm:pt modelId="{50CED5B4-A642-4927-8B62-19F96998AB4A}">
      <dgm:prSet phldrT="[Text]" phldr="0"/>
      <dgm:spPr/>
      <dgm:t>
        <a:bodyPr/>
        <a:lstStyle/>
        <a:p>
          <a:r>
            <a:rPr lang="de-DE" dirty="0" err="1"/>
            <a:t>Auctions</a:t>
          </a:r>
          <a:endParaRPr lang="de-DE" dirty="0"/>
        </a:p>
      </dgm:t>
    </dgm:pt>
    <dgm:pt modelId="{FBC0E31C-BFD4-4C0A-A769-F40B47B75ADE}" type="parTrans" cxnId="{6AD05D37-1365-4D35-8C17-78410EEE3ADA}">
      <dgm:prSet/>
      <dgm:spPr/>
      <dgm:t>
        <a:bodyPr/>
        <a:lstStyle/>
        <a:p>
          <a:endParaRPr lang="de-DE"/>
        </a:p>
      </dgm:t>
    </dgm:pt>
    <dgm:pt modelId="{ACDDD92D-CA27-4E65-90BC-3C46D25DF4EE}" type="sibTrans" cxnId="{6AD05D37-1365-4D35-8C17-78410EEE3ADA}">
      <dgm:prSet/>
      <dgm:spPr/>
      <dgm:t>
        <a:bodyPr/>
        <a:lstStyle/>
        <a:p>
          <a:endParaRPr lang="de-DE"/>
        </a:p>
      </dgm:t>
    </dgm:pt>
    <dgm:pt modelId="{536F95CC-F480-4738-8038-9A8B0436FA8E}">
      <dgm:prSet phldrT="[Text]" phldr="0"/>
      <dgm:spPr/>
      <dgm:t>
        <a:bodyPr/>
        <a:lstStyle/>
        <a:p>
          <a:r>
            <a:rPr lang="de-DE" dirty="0"/>
            <a:t>Verwaltet alle Auktionen (</a:t>
          </a:r>
          <a:r>
            <a:rPr lang="de-DE" dirty="0" err="1"/>
            <a:t>Dict</a:t>
          </a:r>
          <a:r>
            <a:rPr lang="de-DE" dirty="0"/>
            <a:t>)</a:t>
          </a:r>
        </a:p>
      </dgm:t>
    </dgm:pt>
    <dgm:pt modelId="{285A65B5-6AED-48B1-8D37-271B2B0C837D}" type="parTrans" cxnId="{2720A877-3877-40BD-AFB8-28BEE88D501C}">
      <dgm:prSet/>
      <dgm:spPr/>
      <dgm:t>
        <a:bodyPr/>
        <a:lstStyle/>
        <a:p>
          <a:endParaRPr lang="de-DE"/>
        </a:p>
      </dgm:t>
    </dgm:pt>
    <dgm:pt modelId="{C4C8710F-9ED8-4859-B974-7CFAB3D8EFD6}" type="sibTrans" cxnId="{2720A877-3877-40BD-AFB8-28BEE88D501C}">
      <dgm:prSet/>
      <dgm:spPr/>
      <dgm:t>
        <a:bodyPr/>
        <a:lstStyle/>
        <a:p>
          <a:endParaRPr lang="de-DE"/>
        </a:p>
      </dgm:t>
    </dgm:pt>
    <dgm:pt modelId="{679CB426-1249-4E13-B637-1B9306693E08}">
      <dgm:prSet phldrT="[Text]" phldr="0"/>
      <dgm:spPr/>
      <dgm:t>
        <a:bodyPr/>
        <a:lstStyle/>
        <a:p>
          <a:r>
            <a:rPr lang="de-DE" dirty="0"/>
            <a:t>Hinzufügen, Bieten, Löschen, Suchen, Empfehlen, Abwickeln</a:t>
          </a:r>
        </a:p>
      </dgm:t>
    </dgm:pt>
    <dgm:pt modelId="{D6497039-BCC5-4C54-9AFF-0828375889CA}" type="parTrans" cxnId="{69E064F2-8FB7-44E1-B649-B5D7876A5020}">
      <dgm:prSet/>
      <dgm:spPr/>
      <dgm:t>
        <a:bodyPr/>
        <a:lstStyle/>
        <a:p>
          <a:endParaRPr lang="de-DE"/>
        </a:p>
      </dgm:t>
    </dgm:pt>
    <dgm:pt modelId="{F65615C0-B5C0-485C-AE9E-548C127E73A6}" type="sibTrans" cxnId="{69E064F2-8FB7-44E1-B649-B5D7876A5020}">
      <dgm:prSet/>
      <dgm:spPr/>
      <dgm:t>
        <a:bodyPr/>
        <a:lstStyle/>
        <a:p>
          <a:endParaRPr lang="de-DE"/>
        </a:p>
      </dgm:t>
    </dgm:pt>
    <dgm:pt modelId="{7C09F5AA-A1E7-40DE-8A3D-22B861E87816}">
      <dgm:prSet phldrT="[Text]" phldr="0"/>
      <dgm:spPr/>
      <dgm:t>
        <a:bodyPr/>
        <a:lstStyle/>
        <a:p>
          <a:r>
            <a:rPr lang="de-DE" dirty="0"/>
            <a:t>Item</a:t>
          </a:r>
        </a:p>
      </dgm:t>
    </dgm:pt>
    <dgm:pt modelId="{FC431EB7-995D-4567-954C-C045A7ADE7E5}" type="parTrans" cxnId="{4BB392CB-2753-4C4A-9F5A-3963315A6BF8}">
      <dgm:prSet/>
      <dgm:spPr/>
      <dgm:t>
        <a:bodyPr/>
        <a:lstStyle/>
        <a:p>
          <a:endParaRPr lang="de-DE"/>
        </a:p>
      </dgm:t>
    </dgm:pt>
    <dgm:pt modelId="{7382BA45-0123-4D2E-AA9D-C046746C5ED6}" type="sibTrans" cxnId="{4BB392CB-2753-4C4A-9F5A-3963315A6BF8}">
      <dgm:prSet/>
      <dgm:spPr/>
      <dgm:t>
        <a:bodyPr/>
        <a:lstStyle/>
        <a:p>
          <a:endParaRPr lang="de-DE"/>
        </a:p>
      </dgm:t>
    </dgm:pt>
    <dgm:pt modelId="{F4564C31-90D6-48A2-882B-411CFBA57FA2}">
      <dgm:prSet phldrT="[Text]" phldr="0"/>
      <dgm:spPr/>
      <dgm:t>
        <a:bodyPr/>
        <a:lstStyle/>
        <a:p>
          <a:r>
            <a:rPr lang="de-DE" dirty="0"/>
            <a:t>Kann auf Marktplatzt </a:t>
          </a:r>
          <a:r>
            <a:rPr lang="de-DE" dirty="0" err="1"/>
            <a:t>ge</a:t>
          </a:r>
          <a:r>
            <a:rPr lang="de-DE" dirty="0"/>
            <a:t>-/verkauft werden</a:t>
          </a:r>
        </a:p>
      </dgm:t>
    </dgm:pt>
    <dgm:pt modelId="{F17E61C6-5DD3-41A4-B1FE-5417EB3B87F1}" type="parTrans" cxnId="{D8106A02-30D4-4ED8-873B-7C79729A6A5B}">
      <dgm:prSet/>
      <dgm:spPr/>
      <dgm:t>
        <a:bodyPr/>
        <a:lstStyle/>
        <a:p>
          <a:endParaRPr lang="de-DE"/>
        </a:p>
      </dgm:t>
    </dgm:pt>
    <dgm:pt modelId="{BF91B8B3-81CC-4A0C-89F7-4F11FDD1F20B}" type="sibTrans" cxnId="{D8106A02-30D4-4ED8-873B-7C79729A6A5B}">
      <dgm:prSet/>
      <dgm:spPr/>
      <dgm:t>
        <a:bodyPr/>
        <a:lstStyle/>
        <a:p>
          <a:endParaRPr lang="de-DE"/>
        </a:p>
      </dgm:t>
    </dgm:pt>
    <dgm:pt modelId="{96527258-0300-4C95-9D4A-11564CF63440}">
      <dgm:prSet phldrT="[Text]" phldr="0"/>
      <dgm:spPr/>
      <dgm:t>
        <a:bodyPr/>
        <a:lstStyle/>
        <a:p>
          <a:r>
            <a:rPr lang="de-DE" dirty="0"/>
            <a:t>Stack</a:t>
          </a:r>
        </a:p>
      </dgm:t>
    </dgm:pt>
    <dgm:pt modelId="{883326B9-0ED4-4367-BFE8-B58294CCF383}" type="parTrans" cxnId="{314DF744-CCC5-4F4D-BCBB-1D5FCE7FBF20}">
      <dgm:prSet/>
      <dgm:spPr/>
      <dgm:t>
        <a:bodyPr/>
        <a:lstStyle/>
        <a:p>
          <a:endParaRPr lang="de-DE"/>
        </a:p>
      </dgm:t>
    </dgm:pt>
    <dgm:pt modelId="{D842242C-0A92-4254-8648-7E0735136662}" type="sibTrans" cxnId="{314DF744-CCC5-4F4D-BCBB-1D5FCE7FBF20}">
      <dgm:prSet/>
      <dgm:spPr/>
      <dgm:t>
        <a:bodyPr/>
        <a:lstStyle/>
        <a:p>
          <a:endParaRPr lang="de-DE"/>
        </a:p>
      </dgm:t>
    </dgm:pt>
    <dgm:pt modelId="{16CAA4AB-AAF4-40C8-91E7-3AA6080F2D60}">
      <dgm:prSet phldrT="[Text]" phldr="0"/>
      <dgm:spPr/>
      <dgm:t>
        <a:bodyPr/>
        <a:lstStyle/>
        <a:p>
          <a:r>
            <a:rPr lang="de-DE" dirty="0"/>
            <a:t>Verwaltet: Biet Vorgänge, Mindestgebot, Verfallszeiten, Porto</a:t>
          </a:r>
        </a:p>
      </dgm:t>
    </dgm:pt>
    <dgm:pt modelId="{C6FA8B37-FC4E-42CF-B0BD-81B8650AF514}" type="parTrans" cxnId="{93954E8C-47E6-4171-936C-935B5D1C4D66}">
      <dgm:prSet/>
      <dgm:spPr/>
      <dgm:t>
        <a:bodyPr/>
        <a:lstStyle/>
        <a:p>
          <a:endParaRPr lang="de-DE"/>
        </a:p>
      </dgm:t>
    </dgm:pt>
    <dgm:pt modelId="{1E5B26C7-2256-482A-BCD4-631E42EF3F3D}" type="sibTrans" cxnId="{93954E8C-47E6-4171-936C-935B5D1C4D66}">
      <dgm:prSet/>
      <dgm:spPr/>
      <dgm:t>
        <a:bodyPr/>
        <a:lstStyle/>
        <a:p>
          <a:endParaRPr lang="de-DE"/>
        </a:p>
      </dgm:t>
    </dgm:pt>
    <dgm:pt modelId="{D1929C18-D92E-411F-BF2D-FC6D9C27D671}">
      <dgm:prSet phldrT="[Text]" phldr="0"/>
      <dgm:spPr/>
      <dgm:t>
        <a:bodyPr/>
        <a:lstStyle/>
        <a:p>
          <a:r>
            <a:rPr lang="de-DE"/>
            <a:t>Simulator-Thread im Hintergrund</a:t>
          </a:r>
          <a:endParaRPr lang="de-DE" dirty="0"/>
        </a:p>
      </dgm:t>
    </dgm:pt>
    <dgm:pt modelId="{D3558162-23DE-43CF-A1C3-6C17E17610AC}" type="parTrans" cxnId="{5A060FBE-D4B5-4806-8800-81B983B69981}">
      <dgm:prSet/>
      <dgm:spPr/>
      <dgm:t>
        <a:bodyPr/>
        <a:lstStyle/>
        <a:p>
          <a:endParaRPr lang="de-DE"/>
        </a:p>
      </dgm:t>
    </dgm:pt>
    <dgm:pt modelId="{5560EE90-F0C4-4EBC-B34A-E0D1F0454E49}" type="sibTrans" cxnId="{5A060FBE-D4B5-4806-8800-81B983B69981}">
      <dgm:prSet/>
      <dgm:spPr/>
      <dgm:t>
        <a:bodyPr/>
        <a:lstStyle/>
        <a:p>
          <a:endParaRPr lang="de-DE"/>
        </a:p>
      </dgm:t>
    </dgm:pt>
    <dgm:pt modelId="{8290F8B6-BA9E-4DE0-BBA1-B8571B2F6165}">
      <dgm:prSet phldrT="[Text]" phldr="0"/>
      <dgm:spPr/>
      <dgm:t>
        <a:bodyPr/>
        <a:lstStyle/>
        <a:p>
          <a:r>
            <a:rPr lang="de-DE" dirty="0"/>
            <a:t>Besitzt Namen, Beschreibung, Mindestgebot</a:t>
          </a:r>
        </a:p>
      </dgm:t>
    </dgm:pt>
    <dgm:pt modelId="{A5A94869-1BE2-4509-A294-9B2A12F62C14}" type="parTrans" cxnId="{7200DDD5-9C3B-49C9-9387-F0CD76AD010F}">
      <dgm:prSet/>
      <dgm:spPr/>
      <dgm:t>
        <a:bodyPr/>
        <a:lstStyle/>
        <a:p>
          <a:endParaRPr lang="de-DE"/>
        </a:p>
      </dgm:t>
    </dgm:pt>
    <dgm:pt modelId="{3D1F4F19-9EAE-45A9-AFD4-A67DBDA84439}" type="sibTrans" cxnId="{7200DDD5-9C3B-49C9-9387-F0CD76AD010F}">
      <dgm:prSet/>
      <dgm:spPr/>
      <dgm:t>
        <a:bodyPr/>
        <a:lstStyle/>
        <a:p>
          <a:endParaRPr lang="de-DE"/>
        </a:p>
      </dgm:t>
    </dgm:pt>
    <dgm:pt modelId="{B94EB6BE-C84A-47F7-B27E-BF39BF253DE2}">
      <dgm:prSet/>
      <dgm:spPr/>
      <dgm:t>
        <a:bodyPr/>
        <a:lstStyle/>
        <a:p>
          <a:r>
            <a:rPr lang="de-DE" dirty="0"/>
            <a:t>Implementiert Stapel auf Basis der Python-Liste</a:t>
          </a:r>
        </a:p>
      </dgm:t>
    </dgm:pt>
    <dgm:pt modelId="{6F58571A-F3B4-4DD8-9F1E-D283ECA427D4}" type="parTrans" cxnId="{D016A75E-313B-4A07-A751-4A49020987DE}">
      <dgm:prSet/>
      <dgm:spPr/>
      <dgm:t>
        <a:bodyPr/>
        <a:lstStyle/>
        <a:p>
          <a:endParaRPr lang="de-DE"/>
        </a:p>
      </dgm:t>
    </dgm:pt>
    <dgm:pt modelId="{044F4EB1-5866-44E3-BC68-E199D0BBBA34}" type="sibTrans" cxnId="{D016A75E-313B-4A07-A751-4A49020987DE}">
      <dgm:prSet/>
      <dgm:spPr/>
      <dgm:t>
        <a:bodyPr/>
        <a:lstStyle/>
        <a:p>
          <a:endParaRPr lang="de-DE"/>
        </a:p>
      </dgm:t>
    </dgm:pt>
    <dgm:pt modelId="{256FF364-040A-412F-9C40-AA48D009AB77}">
      <dgm:prSet/>
      <dgm:spPr/>
      <dgm:t>
        <a:bodyPr/>
        <a:lstStyle/>
        <a:p>
          <a:r>
            <a:rPr lang="de-DE" dirty="0"/>
            <a:t>Standard-Stapeloperationen</a:t>
          </a:r>
        </a:p>
      </dgm:t>
    </dgm:pt>
    <dgm:pt modelId="{62B274CA-2DE7-4EBA-AC8F-2B18689CEEFD}" type="parTrans" cxnId="{15863604-B3BC-41CF-9997-8CD0822A14EA}">
      <dgm:prSet/>
      <dgm:spPr/>
      <dgm:t>
        <a:bodyPr/>
        <a:lstStyle/>
        <a:p>
          <a:endParaRPr lang="de-DE"/>
        </a:p>
      </dgm:t>
    </dgm:pt>
    <dgm:pt modelId="{A885FE80-F24D-4B6B-82D2-3EA0EC417A13}" type="sibTrans" cxnId="{15863604-B3BC-41CF-9997-8CD0822A14EA}">
      <dgm:prSet/>
      <dgm:spPr/>
      <dgm:t>
        <a:bodyPr/>
        <a:lstStyle/>
        <a:p>
          <a:endParaRPr lang="de-DE"/>
        </a:p>
      </dgm:t>
    </dgm:pt>
    <dgm:pt modelId="{2943C09E-F4C7-44CA-A909-A40B34C2B43C}" type="pres">
      <dgm:prSet presAssocID="{09AE1101-D6B1-4FFC-9E3F-14CCE827B8C4}" presName="Name0" presStyleCnt="0">
        <dgm:presLayoutVars>
          <dgm:dir/>
          <dgm:animLvl val="lvl"/>
          <dgm:resizeHandles val="exact"/>
        </dgm:presLayoutVars>
      </dgm:prSet>
      <dgm:spPr/>
    </dgm:pt>
    <dgm:pt modelId="{52C63B31-5962-4371-AC73-3A12F8737BD9}" type="pres">
      <dgm:prSet presAssocID="{97987EDB-E8B0-4E6C-BD51-44555D7D43EA}" presName="composite" presStyleCnt="0"/>
      <dgm:spPr/>
    </dgm:pt>
    <dgm:pt modelId="{0D68E2BF-84E0-49BF-BFF9-13D6618FEA8D}" type="pres">
      <dgm:prSet presAssocID="{97987EDB-E8B0-4E6C-BD51-44555D7D43EA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502A4AD6-1036-4C67-8435-1DCA1D9746A3}" type="pres">
      <dgm:prSet presAssocID="{97987EDB-E8B0-4E6C-BD51-44555D7D43EA}" presName="desTx" presStyleLbl="alignAccFollowNode1" presStyleIdx="0" presStyleCnt="4">
        <dgm:presLayoutVars>
          <dgm:bulletEnabled val="1"/>
        </dgm:presLayoutVars>
      </dgm:prSet>
      <dgm:spPr/>
    </dgm:pt>
    <dgm:pt modelId="{733D4BBD-C397-4DBD-90B1-C312979FB884}" type="pres">
      <dgm:prSet presAssocID="{0AF4CFA4-CD2D-46FF-B244-096DDB053AB0}" presName="space" presStyleCnt="0"/>
      <dgm:spPr/>
    </dgm:pt>
    <dgm:pt modelId="{B2A87E55-46DE-4E8D-8880-C9CF5F5F2157}" type="pres">
      <dgm:prSet presAssocID="{50CED5B4-A642-4927-8B62-19F96998AB4A}" presName="composite" presStyleCnt="0"/>
      <dgm:spPr/>
    </dgm:pt>
    <dgm:pt modelId="{8C66B216-8C40-41E7-8A84-A29E9C3C4690}" type="pres">
      <dgm:prSet presAssocID="{50CED5B4-A642-4927-8B62-19F96998AB4A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DA60A9EA-03A8-45E3-A820-C9EE8A85DE99}" type="pres">
      <dgm:prSet presAssocID="{50CED5B4-A642-4927-8B62-19F96998AB4A}" presName="desTx" presStyleLbl="alignAccFollowNode1" presStyleIdx="1" presStyleCnt="4">
        <dgm:presLayoutVars>
          <dgm:bulletEnabled val="1"/>
        </dgm:presLayoutVars>
      </dgm:prSet>
      <dgm:spPr/>
    </dgm:pt>
    <dgm:pt modelId="{EDF24B78-6BAB-49ED-B120-A9925F2925AA}" type="pres">
      <dgm:prSet presAssocID="{ACDDD92D-CA27-4E65-90BC-3C46D25DF4EE}" presName="space" presStyleCnt="0"/>
      <dgm:spPr/>
    </dgm:pt>
    <dgm:pt modelId="{DB0C7B25-8543-488C-AD23-9C28CEC7CFB7}" type="pres">
      <dgm:prSet presAssocID="{7C09F5AA-A1E7-40DE-8A3D-22B861E87816}" presName="composite" presStyleCnt="0"/>
      <dgm:spPr/>
    </dgm:pt>
    <dgm:pt modelId="{D5EAD071-5DA6-48E9-A3CD-0612E5BBC876}" type="pres">
      <dgm:prSet presAssocID="{7C09F5AA-A1E7-40DE-8A3D-22B861E87816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2B136E93-0CF3-415F-9C52-F11E46B4D872}" type="pres">
      <dgm:prSet presAssocID="{7C09F5AA-A1E7-40DE-8A3D-22B861E87816}" presName="desTx" presStyleLbl="alignAccFollowNode1" presStyleIdx="2" presStyleCnt="4">
        <dgm:presLayoutVars>
          <dgm:bulletEnabled val="1"/>
        </dgm:presLayoutVars>
      </dgm:prSet>
      <dgm:spPr/>
    </dgm:pt>
    <dgm:pt modelId="{4A0E2AAF-9F65-40F6-BB9C-91349076B848}" type="pres">
      <dgm:prSet presAssocID="{7382BA45-0123-4D2E-AA9D-C046746C5ED6}" presName="space" presStyleCnt="0"/>
      <dgm:spPr/>
    </dgm:pt>
    <dgm:pt modelId="{D406B133-68C2-43E7-BBEB-E9202D64BAB9}" type="pres">
      <dgm:prSet presAssocID="{96527258-0300-4C95-9D4A-11564CF63440}" presName="composite" presStyleCnt="0"/>
      <dgm:spPr/>
    </dgm:pt>
    <dgm:pt modelId="{5EC15CC8-115F-43FC-87FF-478537DDD29B}" type="pres">
      <dgm:prSet presAssocID="{96527258-0300-4C95-9D4A-11564CF63440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41D49699-3BF9-47AF-8ABB-39C6C6C3B550}" type="pres">
      <dgm:prSet presAssocID="{96527258-0300-4C95-9D4A-11564CF63440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D8106A02-30D4-4ED8-873B-7C79729A6A5B}" srcId="{7C09F5AA-A1E7-40DE-8A3D-22B861E87816}" destId="{F4564C31-90D6-48A2-882B-411CFBA57FA2}" srcOrd="0" destOrd="0" parTransId="{F17E61C6-5DD3-41A4-B1FE-5417EB3B87F1}" sibTransId="{BF91B8B3-81CC-4A0C-89F7-4F11FDD1F20B}"/>
    <dgm:cxn modelId="{90831E03-9607-4F05-A1A7-6DAFF3378F40}" type="presOf" srcId="{8290F8B6-BA9E-4DE0-BBA1-B8571B2F6165}" destId="{2B136E93-0CF3-415F-9C52-F11E46B4D872}" srcOrd="0" destOrd="1" presId="urn:microsoft.com/office/officeart/2005/8/layout/hList1"/>
    <dgm:cxn modelId="{15863604-B3BC-41CF-9997-8CD0822A14EA}" srcId="{96527258-0300-4C95-9D4A-11564CF63440}" destId="{256FF364-040A-412F-9C40-AA48D009AB77}" srcOrd="1" destOrd="0" parTransId="{62B274CA-2DE7-4EBA-AC8F-2B18689CEEFD}" sibTransId="{A885FE80-F24D-4B6B-82D2-3EA0EC417A13}"/>
    <dgm:cxn modelId="{5910B11D-0F30-4AF5-BFF4-069EFA78F319}" type="presOf" srcId="{536F95CC-F480-4738-8038-9A8B0436FA8E}" destId="{DA60A9EA-03A8-45E3-A820-C9EE8A85DE99}" srcOrd="0" destOrd="0" presId="urn:microsoft.com/office/officeart/2005/8/layout/hList1"/>
    <dgm:cxn modelId="{6AD05D37-1365-4D35-8C17-78410EEE3ADA}" srcId="{09AE1101-D6B1-4FFC-9E3F-14CCE827B8C4}" destId="{50CED5B4-A642-4927-8B62-19F96998AB4A}" srcOrd="1" destOrd="0" parTransId="{FBC0E31C-BFD4-4C0A-A769-F40B47B75ADE}" sibTransId="{ACDDD92D-CA27-4E65-90BC-3C46D25DF4EE}"/>
    <dgm:cxn modelId="{D016A75E-313B-4A07-A751-4A49020987DE}" srcId="{96527258-0300-4C95-9D4A-11564CF63440}" destId="{B94EB6BE-C84A-47F7-B27E-BF39BF253DE2}" srcOrd="0" destOrd="0" parTransId="{6F58571A-F3B4-4DD8-9F1E-D283ECA427D4}" sibTransId="{044F4EB1-5866-44E3-BC68-E199D0BBBA34}"/>
    <dgm:cxn modelId="{314DF744-CCC5-4F4D-BCBB-1D5FCE7FBF20}" srcId="{09AE1101-D6B1-4FFC-9E3F-14CCE827B8C4}" destId="{96527258-0300-4C95-9D4A-11564CF63440}" srcOrd="3" destOrd="0" parTransId="{883326B9-0ED4-4367-BFE8-B58294CCF383}" sibTransId="{D842242C-0A92-4254-8648-7E0735136662}"/>
    <dgm:cxn modelId="{5DC9DC71-B889-49C0-B2E5-534D24DDC58B}" srcId="{97987EDB-E8B0-4E6C-BD51-44555D7D43EA}" destId="{18A47FFF-0D3A-47BE-80BB-F2613C1306DB}" srcOrd="0" destOrd="0" parTransId="{D1F91A8A-ADC6-4A7E-AA2C-CBF5D95EFA87}" sibTransId="{BBBC2286-4CBB-4A12-A86F-3A3F9F6554A0}"/>
    <dgm:cxn modelId="{DD74BB73-CF55-499D-ABFE-1ED9EA481CF2}" type="presOf" srcId="{16CAA4AB-AAF4-40C8-91E7-3AA6080F2D60}" destId="{502A4AD6-1036-4C67-8435-1DCA1D9746A3}" srcOrd="0" destOrd="1" presId="urn:microsoft.com/office/officeart/2005/8/layout/hList1"/>
    <dgm:cxn modelId="{2720A877-3877-40BD-AFB8-28BEE88D501C}" srcId="{50CED5B4-A642-4927-8B62-19F96998AB4A}" destId="{536F95CC-F480-4738-8038-9A8B0436FA8E}" srcOrd="0" destOrd="0" parTransId="{285A65B5-6AED-48B1-8D37-271B2B0C837D}" sibTransId="{C4C8710F-9ED8-4859-B974-7CFAB3D8EFD6}"/>
    <dgm:cxn modelId="{8FEB5078-51F0-4E16-889D-4ADF7C6ACA51}" type="presOf" srcId="{D1929C18-D92E-411F-BF2D-FC6D9C27D671}" destId="{DA60A9EA-03A8-45E3-A820-C9EE8A85DE99}" srcOrd="0" destOrd="2" presId="urn:microsoft.com/office/officeart/2005/8/layout/hList1"/>
    <dgm:cxn modelId="{4C20E158-7E62-4BB6-A863-FFA94166C946}" type="presOf" srcId="{7C09F5AA-A1E7-40DE-8A3D-22B861E87816}" destId="{D5EAD071-5DA6-48E9-A3CD-0612E5BBC876}" srcOrd="0" destOrd="0" presId="urn:microsoft.com/office/officeart/2005/8/layout/hList1"/>
    <dgm:cxn modelId="{DDAF0281-B352-40E2-8856-D21E343A289B}" type="presOf" srcId="{18A47FFF-0D3A-47BE-80BB-F2613C1306DB}" destId="{502A4AD6-1036-4C67-8435-1DCA1D9746A3}" srcOrd="0" destOrd="0" presId="urn:microsoft.com/office/officeart/2005/8/layout/hList1"/>
    <dgm:cxn modelId="{3B178A81-79E5-4857-8C84-27C6FEEDCACE}" type="presOf" srcId="{B94EB6BE-C84A-47F7-B27E-BF39BF253DE2}" destId="{41D49699-3BF9-47AF-8ABB-39C6C6C3B550}" srcOrd="0" destOrd="0" presId="urn:microsoft.com/office/officeart/2005/8/layout/hList1"/>
    <dgm:cxn modelId="{9A2C6A84-6403-45C9-8CFF-3D6D1E62C32A}" type="presOf" srcId="{09AE1101-D6B1-4FFC-9E3F-14CCE827B8C4}" destId="{2943C09E-F4C7-44CA-A909-A40B34C2B43C}" srcOrd="0" destOrd="0" presId="urn:microsoft.com/office/officeart/2005/8/layout/hList1"/>
    <dgm:cxn modelId="{93954E8C-47E6-4171-936C-935B5D1C4D66}" srcId="{97987EDB-E8B0-4E6C-BD51-44555D7D43EA}" destId="{16CAA4AB-AAF4-40C8-91E7-3AA6080F2D60}" srcOrd="1" destOrd="0" parTransId="{C6FA8B37-FC4E-42CF-B0BD-81B8650AF514}" sibTransId="{1E5B26C7-2256-482A-BCD4-631E42EF3F3D}"/>
    <dgm:cxn modelId="{867F9491-6C4E-4652-AB7F-FC433111113F}" type="presOf" srcId="{256FF364-040A-412F-9C40-AA48D009AB77}" destId="{41D49699-3BF9-47AF-8ABB-39C6C6C3B550}" srcOrd="0" destOrd="1" presId="urn:microsoft.com/office/officeart/2005/8/layout/hList1"/>
    <dgm:cxn modelId="{A203D397-42DC-4CC5-A7D1-13B1917862FA}" srcId="{09AE1101-D6B1-4FFC-9E3F-14CCE827B8C4}" destId="{97987EDB-E8B0-4E6C-BD51-44555D7D43EA}" srcOrd="0" destOrd="0" parTransId="{33FF702E-E294-45F5-ACC0-78C8A347376B}" sibTransId="{0AF4CFA4-CD2D-46FF-B244-096DDB053AB0}"/>
    <dgm:cxn modelId="{7726C3B1-72FA-476B-87C3-719B337FA1AC}" type="presOf" srcId="{679CB426-1249-4E13-B637-1B9306693E08}" destId="{DA60A9EA-03A8-45E3-A820-C9EE8A85DE99}" srcOrd="0" destOrd="1" presId="urn:microsoft.com/office/officeart/2005/8/layout/hList1"/>
    <dgm:cxn modelId="{5A060FBE-D4B5-4806-8800-81B983B69981}" srcId="{50CED5B4-A642-4927-8B62-19F96998AB4A}" destId="{D1929C18-D92E-411F-BF2D-FC6D9C27D671}" srcOrd="2" destOrd="0" parTransId="{D3558162-23DE-43CF-A1C3-6C17E17610AC}" sibTransId="{5560EE90-F0C4-4EBC-B34A-E0D1F0454E49}"/>
    <dgm:cxn modelId="{4BB392CB-2753-4C4A-9F5A-3963315A6BF8}" srcId="{09AE1101-D6B1-4FFC-9E3F-14CCE827B8C4}" destId="{7C09F5AA-A1E7-40DE-8A3D-22B861E87816}" srcOrd="2" destOrd="0" parTransId="{FC431EB7-995D-4567-954C-C045A7ADE7E5}" sibTransId="{7382BA45-0123-4D2E-AA9D-C046746C5ED6}"/>
    <dgm:cxn modelId="{7200DDD5-9C3B-49C9-9387-F0CD76AD010F}" srcId="{7C09F5AA-A1E7-40DE-8A3D-22B861E87816}" destId="{8290F8B6-BA9E-4DE0-BBA1-B8571B2F6165}" srcOrd="1" destOrd="0" parTransId="{A5A94869-1BE2-4509-A294-9B2A12F62C14}" sibTransId="{3D1F4F19-9EAE-45A9-AFD4-A67DBDA84439}"/>
    <dgm:cxn modelId="{86D7A5DE-61E7-481B-92E8-411C068FD979}" type="presOf" srcId="{50CED5B4-A642-4927-8B62-19F96998AB4A}" destId="{8C66B216-8C40-41E7-8A84-A29E9C3C4690}" srcOrd="0" destOrd="0" presId="urn:microsoft.com/office/officeart/2005/8/layout/hList1"/>
    <dgm:cxn modelId="{10B8CAE0-79D1-40D5-BA9E-C77C4F18B804}" type="presOf" srcId="{97987EDB-E8B0-4E6C-BD51-44555D7D43EA}" destId="{0D68E2BF-84E0-49BF-BFF9-13D6618FEA8D}" srcOrd="0" destOrd="0" presId="urn:microsoft.com/office/officeart/2005/8/layout/hList1"/>
    <dgm:cxn modelId="{2E5D8EEB-F450-40B9-A0B6-D4F168FE1E3D}" type="presOf" srcId="{96527258-0300-4C95-9D4A-11564CF63440}" destId="{5EC15CC8-115F-43FC-87FF-478537DDD29B}" srcOrd="0" destOrd="0" presId="urn:microsoft.com/office/officeart/2005/8/layout/hList1"/>
    <dgm:cxn modelId="{BB3A4EF0-8082-4C94-AFEB-02B2DC6C6A05}" type="presOf" srcId="{F4564C31-90D6-48A2-882B-411CFBA57FA2}" destId="{2B136E93-0CF3-415F-9C52-F11E46B4D872}" srcOrd="0" destOrd="0" presId="urn:microsoft.com/office/officeart/2005/8/layout/hList1"/>
    <dgm:cxn modelId="{69E064F2-8FB7-44E1-B649-B5D7876A5020}" srcId="{50CED5B4-A642-4927-8B62-19F96998AB4A}" destId="{679CB426-1249-4E13-B637-1B9306693E08}" srcOrd="1" destOrd="0" parTransId="{D6497039-BCC5-4C54-9AFF-0828375889CA}" sibTransId="{F65615C0-B5C0-485C-AE9E-548C127E73A6}"/>
    <dgm:cxn modelId="{DFEAF8D5-1591-479C-BFE1-88D9D262FDD2}" type="presParOf" srcId="{2943C09E-F4C7-44CA-A909-A40B34C2B43C}" destId="{52C63B31-5962-4371-AC73-3A12F8737BD9}" srcOrd="0" destOrd="0" presId="urn:microsoft.com/office/officeart/2005/8/layout/hList1"/>
    <dgm:cxn modelId="{4E22758B-2090-475A-9BCC-4B2FF726EE64}" type="presParOf" srcId="{52C63B31-5962-4371-AC73-3A12F8737BD9}" destId="{0D68E2BF-84E0-49BF-BFF9-13D6618FEA8D}" srcOrd="0" destOrd="0" presId="urn:microsoft.com/office/officeart/2005/8/layout/hList1"/>
    <dgm:cxn modelId="{0A5B8563-347A-4816-AF78-6436C9C877ED}" type="presParOf" srcId="{52C63B31-5962-4371-AC73-3A12F8737BD9}" destId="{502A4AD6-1036-4C67-8435-1DCA1D9746A3}" srcOrd="1" destOrd="0" presId="urn:microsoft.com/office/officeart/2005/8/layout/hList1"/>
    <dgm:cxn modelId="{769BBE91-A4A6-474F-B612-8BA722A3877B}" type="presParOf" srcId="{2943C09E-F4C7-44CA-A909-A40B34C2B43C}" destId="{733D4BBD-C397-4DBD-90B1-C312979FB884}" srcOrd="1" destOrd="0" presId="urn:microsoft.com/office/officeart/2005/8/layout/hList1"/>
    <dgm:cxn modelId="{17725B50-DB02-41EE-B761-771C5BC3A189}" type="presParOf" srcId="{2943C09E-F4C7-44CA-A909-A40B34C2B43C}" destId="{B2A87E55-46DE-4E8D-8880-C9CF5F5F2157}" srcOrd="2" destOrd="0" presId="urn:microsoft.com/office/officeart/2005/8/layout/hList1"/>
    <dgm:cxn modelId="{603032F6-FF24-431D-9DD5-A88F5C9EB1D4}" type="presParOf" srcId="{B2A87E55-46DE-4E8D-8880-C9CF5F5F2157}" destId="{8C66B216-8C40-41E7-8A84-A29E9C3C4690}" srcOrd="0" destOrd="0" presId="urn:microsoft.com/office/officeart/2005/8/layout/hList1"/>
    <dgm:cxn modelId="{AD4A48D7-9DD8-4C30-AFF9-1A880807B995}" type="presParOf" srcId="{B2A87E55-46DE-4E8D-8880-C9CF5F5F2157}" destId="{DA60A9EA-03A8-45E3-A820-C9EE8A85DE99}" srcOrd="1" destOrd="0" presId="urn:microsoft.com/office/officeart/2005/8/layout/hList1"/>
    <dgm:cxn modelId="{EAF59547-F2A2-407B-B0A4-4FBDFFC36684}" type="presParOf" srcId="{2943C09E-F4C7-44CA-A909-A40B34C2B43C}" destId="{EDF24B78-6BAB-49ED-B120-A9925F2925AA}" srcOrd="3" destOrd="0" presId="urn:microsoft.com/office/officeart/2005/8/layout/hList1"/>
    <dgm:cxn modelId="{550C0BA6-8FB3-4D07-B876-26887F8F4771}" type="presParOf" srcId="{2943C09E-F4C7-44CA-A909-A40B34C2B43C}" destId="{DB0C7B25-8543-488C-AD23-9C28CEC7CFB7}" srcOrd="4" destOrd="0" presId="urn:microsoft.com/office/officeart/2005/8/layout/hList1"/>
    <dgm:cxn modelId="{82A55614-4143-444C-915A-A08E78AB1D4F}" type="presParOf" srcId="{DB0C7B25-8543-488C-AD23-9C28CEC7CFB7}" destId="{D5EAD071-5DA6-48E9-A3CD-0612E5BBC876}" srcOrd="0" destOrd="0" presId="urn:microsoft.com/office/officeart/2005/8/layout/hList1"/>
    <dgm:cxn modelId="{337A13B4-33F6-40E0-A7FA-CC0BB5B0F6EC}" type="presParOf" srcId="{DB0C7B25-8543-488C-AD23-9C28CEC7CFB7}" destId="{2B136E93-0CF3-415F-9C52-F11E46B4D872}" srcOrd="1" destOrd="0" presId="urn:microsoft.com/office/officeart/2005/8/layout/hList1"/>
    <dgm:cxn modelId="{2BE2AD41-A347-48CF-B14D-A56E41A10550}" type="presParOf" srcId="{2943C09E-F4C7-44CA-A909-A40B34C2B43C}" destId="{4A0E2AAF-9F65-40F6-BB9C-91349076B848}" srcOrd="5" destOrd="0" presId="urn:microsoft.com/office/officeart/2005/8/layout/hList1"/>
    <dgm:cxn modelId="{D434572B-FBFE-44A9-A1F5-17E5C5C2D5F5}" type="presParOf" srcId="{2943C09E-F4C7-44CA-A909-A40B34C2B43C}" destId="{D406B133-68C2-43E7-BBEB-E9202D64BAB9}" srcOrd="6" destOrd="0" presId="urn:microsoft.com/office/officeart/2005/8/layout/hList1"/>
    <dgm:cxn modelId="{115E4864-0F82-4DC6-9758-6C180F12B916}" type="presParOf" srcId="{D406B133-68C2-43E7-BBEB-E9202D64BAB9}" destId="{5EC15CC8-115F-43FC-87FF-478537DDD29B}" srcOrd="0" destOrd="0" presId="urn:microsoft.com/office/officeart/2005/8/layout/hList1"/>
    <dgm:cxn modelId="{55733262-33C1-4DC0-B8B1-081EDACD80EE}" type="presParOf" srcId="{D406B133-68C2-43E7-BBEB-E9202D64BAB9}" destId="{41D49699-3BF9-47AF-8ABB-39C6C6C3B55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5196AD8-9742-45A2-A5D4-7D428CA4392B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26F5894E-9DBB-4BE6-9215-243EF0212B52}">
      <dgm:prSet phldrT="[Text]" phldr="0"/>
      <dgm:spPr/>
      <dgm:t>
        <a:bodyPr/>
        <a:lstStyle/>
        <a:p>
          <a:r>
            <a:rPr lang="de-DE" dirty="0" err="1"/>
            <a:t>SystemMessages</a:t>
          </a:r>
          <a:endParaRPr lang="de-DE" dirty="0"/>
        </a:p>
      </dgm:t>
    </dgm:pt>
    <dgm:pt modelId="{49E43B05-2653-4918-A7E4-D7A5189C15DD}" type="parTrans" cxnId="{6F6E42BE-76B4-4204-BB49-F28B61575E6C}">
      <dgm:prSet/>
      <dgm:spPr/>
      <dgm:t>
        <a:bodyPr/>
        <a:lstStyle/>
        <a:p>
          <a:endParaRPr lang="de-DE"/>
        </a:p>
      </dgm:t>
    </dgm:pt>
    <dgm:pt modelId="{4D1EA37F-1F09-4544-B56C-0E33AFE9C1C8}" type="sibTrans" cxnId="{6F6E42BE-76B4-4204-BB49-F28B61575E6C}">
      <dgm:prSet/>
      <dgm:spPr/>
      <dgm:t>
        <a:bodyPr/>
        <a:lstStyle/>
        <a:p>
          <a:endParaRPr lang="de-DE"/>
        </a:p>
      </dgm:t>
    </dgm:pt>
    <dgm:pt modelId="{D9B3CB3A-4847-44DA-BE7C-072C234396E3}">
      <dgm:prSet phldrT="[Text]" phldr="0"/>
      <dgm:spPr/>
      <dgm:t>
        <a:bodyPr/>
        <a:lstStyle/>
        <a:p>
          <a:r>
            <a:rPr lang="de-DE" dirty="0"/>
            <a:t>Verwaltet Systemnachrichten in Wartschlage</a:t>
          </a:r>
        </a:p>
      </dgm:t>
    </dgm:pt>
    <dgm:pt modelId="{26FF7DCA-1A4F-4ADE-A240-54DF8F02A4A1}" type="parTrans" cxnId="{603F2587-5363-4F54-A999-2C29B5C0B68D}">
      <dgm:prSet/>
      <dgm:spPr/>
      <dgm:t>
        <a:bodyPr/>
        <a:lstStyle/>
        <a:p>
          <a:endParaRPr lang="de-DE"/>
        </a:p>
      </dgm:t>
    </dgm:pt>
    <dgm:pt modelId="{43D854B8-2052-441C-9642-50BA62E335CF}" type="sibTrans" cxnId="{603F2587-5363-4F54-A999-2C29B5C0B68D}">
      <dgm:prSet/>
      <dgm:spPr/>
      <dgm:t>
        <a:bodyPr/>
        <a:lstStyle/>
        <a:p>
          <a:endParaRPr lang="de-DE"/>
        </a:p>
      </dgm:t>
    </dgm:pt>
    <dgm:pt modelId="{B33DDC72-81D1-44FA-BC76-BD84A40917F0}">
      <dgm:prSet phldrT="[Text]" phldr="0"/>
      <dgm:spPr/>
      <dgm:t>
        <a:bodyPr/>
        <a:lstStyle/>
        <a:p>
          <a:r>
            <a:rPr lang="de-DE" dirty="0"/>
            <a:t>Anzeige über GUI-</a:t>
          </a:r>
          <a:r>
            <a:rPr lang="de-DE" dirty="0" err="1"/>
            <a:t>Callbacks</a:t>
          </a:r>
          <a:r>
            <a:rPr lang="de-DE" dirty="0"/>
            <a:t> oder </a:t>
          </a:r>
          <a:r>
            <a:rPr lang="de-DE" dirty="0" err="1"/>
            <a:t>Tkinter</a:t>
          </a:r>
          <a:r>
            <a:rPr lang="de-DE" dirty="0"/>
            <a:t>-Label-Aktualisierung</a:t>
          </a:r>
        </a:p>
      </dgm:t>
    </dgm:pt>
    <dgm:pt modelId="{371A8789-571B-4C81-954D-2E215678910C}" type="parTrans" cxnId="{294F9BAA-22E6-4A1D-BE5E-79385B5A8F88}">
      <dgm:prSet/>
      <dgm:spPr/>
      <dgm:t>
        <a:bodyPr/>
        <a:lstStyle/>
        <a:p>
          <a:endParaRPr lang="de-DE"/>
        </a:p>
      </dgm:t>
    </dgm:pt>
    <dgm:pt modelId="{D1796102-E302-4457-92EF-C0EF230365A6}" type="sibTrans" cxnId="{294F9BAA-22E6-4A1D-BE5E-79385B5A8F88}">
      <dgm:prSet/>
      <dgm:spPr/>
      <dgm:t>
        <a:bodyPr/>
        <a:lstStyle/>
        <a:p>
          <a:endParaRPr lang="de-DE"/>
        </a:p>
      </dgm:t>
    </dgm:pt>
    <dgm:pt modelId="{F5DE2260-AD21-48C8-9932-B0C99DDE5B66}">
      <dgm:prSet phldrT="[Text]" phldr="0"/>
      <dgm:spPr/>
      <dgm:t>
        <a:bodyPr/>
        <a:lstStyle/>
        <a:p>
          <a:r>
            <a:rPr lang="de-DE" dirty="0"/>
            <a:t>Trie</a:t>
          </a:r>
        </a:p>
      </dgm:t>
    </dgm:pt>
    <dgm:pt modelId="{F415E1AB-2DC6-4410-8531-278D62AFEE0C}" type="parTrans" cxnId="{12A3AE58-CBBB-4C6F-9AE3-EAC8CD3233A5}">
      <dgm:prSet/>
      <dgm:spPr/>
      <dgm:t>
        <a:bodyPr/>
        <a:lstStyle/>
        <a:p>
          <a:endParaRPr lang="de-DE"/>
        </a:p>
      </dgm:t>
    </dgm:pt>
    <dgm:pt modelId="{4CD1ADF7-F4F5-43BE-8D0D-DAF544B2EA0C}" type="sibTrans" cxnId="{12A3AE58-CBBB-4C6F-9AE3-EAC8CD3233A5}">
      <dgm:prSet/>
      <dgm:spPr/>
      <dgm:t>
        <a:bodyPr/>
        <a:lstStyle/>
        <a:p>
          <a:endParaRPr lang="de-DE"/>
        </a:p>
      </dgm:t>
    </dgm:pt>
    <dgm:pt modelId="{75BC3DDF-85EB-48BA-876A-824B39E26598}">
      <dgm:prSet phldrT="[Text]" phldr="0"/>
      <dgm:spPr/>
      <dgm:t>
        <a:bodyPr/>
        <a:lstStyle/>
        <a:p>
          <a:r>
            <a:rPr lang="de-DE" dirty="0"/>
            <a:t>Effiziente Präfixsuche</a:t>
          </a:r>
          <a:r>
            <a:rPr lang="de-DE"/>
            <a:t>/Autovervollständigung</a:t>
          </a:r>
          <a:endParaRPr lang="de-DE" dirty="0"/>
        </a:p>
      </dgm:t>
    </dgm:pt>
    <dgm:pt modelId="{A2CC6550-FD0D-4F97-B395-9EE06851E30C}" type="parTrans" cxnId="{AE5F718B-FEA0-4331-92E6-3DC093C8EAA5}">
      <dgm:prSet/>
      <dgm:spPr/>
      <dgm:t>
        <a:bodyPr/>
        <a:lstStyle/>
        <a:p>
          <a:endParaRPr lang="de-DE"/>
        </a:p>
      </dgm:t>
    </dgm:pt>
    <dgm:pt modelId="{C53C1D11-B24E-494B-B286-C00D16CE3EB8}" type="sibTrans" cxnId="{AE5F718B-FEA0-4331-92E6-3DC093C8EAA5}">
      <dgm:prSet/>
      <dgm:spPr/>
      <dgm:t>
        <a:bodyPr/>
        <a:lstStyle/>
        <a:p>
          <a:endParaRPr lang="de-DE"/>
        </a:p>
      </dgm:t>
    </dgm:pt>
    <dgm:pt modelId="{CC19D2C9-262B-4570-8724-9CF741F98DAF}" type="pres">
      <dgm:prSet presAssocID="{B5196AD8-9742-45A2-A5D4-7D428CA4392B}" presName="Name0" presStyleCnt="0">
        <dgm:presLayoutVars>
          <dgm:dir/>
          <dgm:animLvl val="lvl"/>
          <dgm:resizeHandles val="exact"/>
        </dgm:presLayoutVars>
      </dgm:prSet>
      <dgm:spPr/>
    </dgm:pt>
    <dgm:pt modelId="{6FE26B22-71D2-44EE-9D2D-92C958019857}" type="pres">
      <dgm:prSet presAssocID="{26F5894E-9DBB-4BE6-9215-243EF0212B52}" presName="composite" presStyleCnt="0"/>
      <dgm:spPr/>
    </dgm:pt>
    <dgm:pt modelId="{61C967B9-95E2-4F22-974A-D017711FC2D7}" type="pres">
      <dgm:prSet presAssocID="{26F5894E-9DBB-4BE6-9215-243EF0212B52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4F3F9D98-76B6-42E7-955B-F3705AC4452F}" type="pres">
      <dgm:prSet presAssocID="{26F5894E-9DBB-4BE6-9215-243EF0212B52}" presName="desTx" presStyleLbl="alignAccFollowNode1" presStyleIdx="0" presStyleCnt="2">
        <dgm:presLayoutVars>
          <dgm:bulletEnabled val="1"/>
        </dgm:presLayoutVars>
      </dgm:prSet>
      <dgm:spPr/>
    </dgm:pt>
    <dgm:pt modelId="{38F8B049-EB64-4A5B-AE31-14DE983007C1}" type="pres">
      <dgm:prSet presAssocID="{4D1EA37F-1F09-4544-B56C-0E33AFE9C1C8}" presName="space" presStyleCnt="0"/>
      <dgm:spPr/>
    </dgm:pt>
    <dgm:pt modelId="{9E1407F0-25E4-4B95-B661-93EBBC9232E4}" type="pres">
      <dgm:prSet presAssocID="{F5DE2260-AD21-48C8-9932-B0C99DDE5B66}" presName="composite" presStyleCnt="0"/>
      <dgm:spPr/>
    </dgm:pt>
    <dgm:pt modelId="{0388FFD8-C7F3-422A-8ACD-F37B57043B9E}" type="pres">
      <dgm:prSet presAssocID="{F5DE2260-AD21-48C8-9932-B0C99DDE5B66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D9752ADB-1534-454C-9CDF-E950D37327CB}" type="pres">
      <dgm:prSet presAssocID="{F5DE2260-AD21-48C8-9932-B0C99DDE5B66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8DB38028-3FC4-4A0A-9D22-DE1351CFDE38}" type="presOf" srcId="{26F5894E-9DBB-4BE6-9215-243EF0212B52}" destId="{61C967B9-95E2-4F22-974A-D017711FC2D7}" srcOrd="0" destOrd="0" presId="urn:microsoft.com/office/officeart/2005/8/layout/hList1"/>
    <dgm:cxn modelId="{20D90140-D0AD-49F4-BD8C-A8F4C7ECFE56}" type="presOf" srcId="{F5DE2260-AD21-48C8-9932-B0C99DDE5B66}" destId="{0388FFD8-C7F3-422A-8ACD-F37B57043B9E}" srcOrd="0" destOrd="0" presId="urn:microsoft.com/office/officeart/2005/8/layout/hList1"/>
    <dgm:cxn modelId="{6A84E040-3066-4AC0-920C-75FEDF0F3679}" type="presOf" srcId="{75BC3DDF-85EB-48BA-876A-824B39E26598}" destId="{D9752ADB-1534-454C-9CDF-E950D37327CB}" srcOrd="0" destOrd="0" presId="urn:microsoft.com/office/officeart/2005/8/layout/hList1"/>
    <dgm:cxn modelId="{DC71DC77-B944-422F-B0F3-1FCE7025909A}" type="presOf" srcId="{B33DDC72-81D1-44FA-BC76-BD84A40917F0}" destId="{4F3F9D98-76B6-42E7-955B-F3705AC4452F}" srcOrd="0" destOrd="1" presId="urn:microsoft.com/office/officeart/2005/8/layout/hList1"/>
    <dgm:cxn modelId="{12A3AE58-CBBB-4C6F-9AE3-EAC8CD3233A5}" srcId="{B5196AD8-9742-45A2-A5D4-7D428CA4392B}" destId="{F5DE2260-AD21-48C8-9932-B0C99DDE5B66}" srcOrd="1" destOrd="0" parTransId="{F415E1AB-2DC6-4410-8531-278D62AFEE0C}" sibTransId="{4CD1ADF7-F4F5-43BE-8D0D-DAF544B2EA0C}"/>
    <dgm:cxn modelId="{603F2587-5363-4F54-A999-2C29B5C0B68D}" srcId="{26F5894E-9DBB-4BE6-9215-243EF0212B52}" destId="{D9B3CB3A-4847-44DA-BE7C-072C234396E3}" srcOrd="0" destOrd="0" parTransId="{26FF7DCA-1A4F-4ADE-A240-54DF8F02A4A1}" sibTransId="{43D854B8-2052-441C-9642-50BA62E335CF}"/>
    <dgm:cxn modelId="{AE5F718B-FEA0-4331-92E6-3DC093C8EAA5}" srcId="{F5DE2260-AD21-48C8-9932-B0C99DDE5B66}" destId="{75BC3DDF-85EB-48BA-876A-824B39E26598}" srcOrd="0" destOrd="0" parTransId="{A2CC6550-FD0D-4F97-B395-9EE06851E30C}" sibTransId="{C53C1D11-B24E-494B-B286-C00D16CE3EB8}"/>
    <dgm:cxn modelId="{8BE25393-629E-4832-9C51-E95AE4D5A18C}" type="presOf" srcId="{D9B3CB3A-4847-44DA-BE7C-072C234396E3}" destId="{4F3F9D98-76B6-42E7-955B-F3705AC4452F}" srcOrd="0" destOrd="0" presId="urn:microsoft.com/office/officeart/2005/8/layout/hList1"/>
    <dgm:cxn modelId="{294F9BAA-22E6-4A1D-BE5E-79385B5A8F88}" srcId="{26F5894E-9DBB-4BE6-9215-243EF0212B52}" destId="{B33DDC72-81D1-44FA-BC76-BD84A40917F0}" srcOrd="1" destOrd="0" parTransId="{371A8789-571B-4C81-954D-2E215678910C}" sibTransId="{D1796102-E302-4457-92EF-C0EF230365A6}"/>
    <dgm:cxn modelId="{6F6E42BE-76B4-4204-BB49-F28B61575E6C}" srcId="{B5196AD8-9742-45A2-A5D4-7D428CA4392B}" destId="{26F5894E-9DBB-4BE6-9215-243EF0212B52}" srcOrd="0" destOrd="0" parTransId="{49E43B05-2653-4918-A7E4-D7A5189C15DD}" sibTransId="{4D1EA37F-1F09-4544-B56C-0E33AFE9C1C8}"/>
    <dgm:cxn modelId="{3FC506DE-F993-414A-B342-48FC0E9A2D61}" type="presOf" srcId="{B5196AD8-9742-45A2-A5D4-7D428CA4392B}" destId="{CC19D2C9-262B-4570-8724-9CF741F98DAF}" srcOrd="0" destOrd="0" presId="urn:microsoft.com/office/officeart/2005/8/layout/hList1"/>
    <dgm:cxn modelId="{6DF44E6B-A5BB-4648-B24D-9EB023076219}" type="presParOf" srcId="{CC19D2C9-262B-4570-8724-9CF741F98DAF}" destId="{6FE26B22-71D2-44EE-9D2D-92C958019857}" srcOrd="0" destOrd="0" presId="urn:microsoft.com/office/officeart/2005/8/layout/hList1"/>
    <dgm:cxn modelId="{D33161FA-1999-4EA4-880B-7BD83AFCB2A1}" type="presParOf" srcId="{6FE26B22-71D2-44EE-9D2D-92C958019857}" destId="{61C967B9-95E2-4F22-974A-D017711FC2D7}" srcOrd="0" destOrd="0" presId="urn:microsoft.com/office/officeart/2005/8/layout/hList1"/>
    <dgm:cxn modelId="{E819F87F-8057-44A1-A6EA-937E92C652CD}" type="presParOf" srcId="{6FE26B22-71D2-44EE-9D2D-92C958019857}" destId="{4F3F9D98-76B6-42E7-955B-F3705AC4452F}" srcOrd="1" destOrd="0" presId="urn:microsoft.com/office/officeart/2005/8/layout/hList1"/>
    <dgm:cxn modelId="{4F4A45FC-791B-4426-BA6D-D9400E9C56B8}" type="presParOf" srcId="{CC19D2C9-262B-4570-8724-9CF741F98DAF}" destId="{38F8B049-EB64-4A5B-AE31-14DE983007C1}" srcOrd="1" destOrd="0" presId="urn:microsoft.com/office/officeart/2005/8/layout/hList1"/>
    <dgm:cxn modelId="{6B346A1F-6BE5-488E-A7CE-F0CB8C17F14B}" type="presParOf" srcId="{CC19D2C9-262B-4570-8724-9CF741F98DAF}" destId="{9E1407F0-25E4-4B95-B661-93EBBC9232E4}" srcOrd="2" destOrd="0" presId="urn:microsoft.com/office/officeart/2005/8/layout/hList1"/>
    <dgm:cxn modelId="{4684072B-1AA5-4DAB-9E4F-B253778CE1E8}" type="presParOf" srcId="{9E1407F0-25E4-4B95-B661-93EBBC9232E4}" destId="{0388FFD8-C7F3-422A-8ACD-F37B57043B9E}" srcOrd="0" destOrd="0" presId="urn:microsoft.com/office/officeart/2005/8/layout/hList1"/>
    <dgm:cxn modelId="{756DC485-0037-4380-B34C-5AE88CBF2613}" type="presParOf" srcId="{9E1407F0-25E4-4B95-B661-93EBBC9232E4}" destId="{D9752ADB-1534-454C-9CDF-E950D37327C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B93D71F-C5EA-499A-8DAC-5FA560336AA0}" type="doc">
      <dgm:prSet loTypeId="urn:microsoft.com/office/officeart/2005/8/layout/hList9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44878A19-850A-4091-BF0F-B0DBC6C14C9E}">
      <dgm:prSet/>
      <dgm:spPr/>
      <dgm:t>
        <a:bodyPr/>
        <a:lstStyle/>
        <a:p>
          <a:r>
            <a:rPr lang="de-DE"/>
            <a:t>Trie</a:t>
          </a:r>
        </a:p>
      </dgm:t>
    </dgm:pt>
    <dgm:pt modelId="{BEDBACFF-DD01-47C1-A8BD-FE9D3C7E97E2}" type="parTrans" cxnId="{BF26901E-4ECE-442F-8D58-155EB460733D}">
      <dgm:prSet/>
      <dgm:spPr/>
      <dgm:t>
        <a:bodyPr/>
        <a:lstStyle/>
        <a:p>
          <a:endParaRPr lang="de-DE"/>
        </a:p>
      </dgm:t>
    </dgm:pt>
    <dgm:pt modelId="{4D9DD20D-434B-4358-BC5D-328BB63D82DC}" type="sibTrans" cxnId="{BF26901E-4ECE-442F-8D58-155EB460733D}">
      <dgm:prSet/>
      <dgm:spPr/>
      <dgm:t>
        <a:bodyPr/>
        <a:lstStyle/>
        <a:p>
          <a:endParaRPr lang="de-DE"/>
        </a:p>
      </dgm:t>
    </dgm:pt>
    <dgm:pt modelId="{67D4FE5D-C410-4501-8208-4705C881573C}">
      <dgm:prSet/>
      <dgm:spPr/>
      <dgm:t>
        <a:bodyPr/>
        <a:lstStyle/>
        <a:p>
          <a:r>
            <a:rPr lang="de-DE"/>
            <a:t>Ansonsten so schnell wie AVL</a:t>
          </a:r>
        </a:p>
      </dgm:t>
    </dgm:pt>
    <dgm:pt modelId="{19FD8C2D-7F3C-41A7-A747-4DAA4BDE2FB6}" type="parTrans" cxnId="{FF1BC726-0D95-4CA1-902D-C27316A22ABD}">
      <dgm:prSet/>
      <dgm:spPr/>
      <dgm:t>
        <a:bodyPr/>
        <a:lstStyle/>
        <a:p>
          <a:endParaRPr lang="de-DE"/>
        </a:p>
      </dgm:t>
    </dgm:pt>
    <dgm:pt modelId="{9BD593BB-9D3B-465A-A5CC-8B1AE0CA0D3F}" type="sibTrans" cxnId="{FF1BC726-0D95-4CA1-902D-C27316A22ABD}">
      <dgm:prSet/>
      <dgm:spPr/>
      <dgm:t>
        <a:bodyPr/>
        <a:lstStyle/>
        <a:p>
          <a:endParaRPr lang="de-DE"/>
        </a:p>
      </dgm:t>
    </dgm:pt>
    <dgm:pt modelId="{47FEEFFB-8303-42EE-B158-80A8FD892BC7}">
      <dgm:prSet/>
      <dgm:spPr/>
      <dgm:t>
        <a:bodyPr/>
        <a:lstStyle/>
        <a:p>
          <a:r>
            <a:rPr lang="de-DE"/>
            <a:t>AVL</a:t>
          </a:r>
        </a:p>
      </dgm:t>
    </dgm:pt>
    <dgm:pt modelId="{9EB5ACD1-F2D4-49F7-B9B0-9682A3168C6A}" type="parTrans" cxnId="{1D0916CB-7A8A-432C-8487-C63157E35ADC}">
      <dgm:prSet/>
      <dgm:spPr/>
      <dgm:t>
        <a:bodyPr/>
        <a:lstStyle/>
        <a:p>
          <a:endParaRPr lang="de-DE"/>
        </a:p>
      </dgm:t>
    </dgm:pt>
    <dgm:pt modelId="{2930C638-B5D2-4852-8923-6B4703239369}" type="sibTrans" cxnId="{1D0916CB-7A8A-432C-8487-C63157E35ADC}">
      <dgm:prSet/>
      <dgm:spPr/>
      <dgm:t>
        <a:bodyPr/>
        <a:lstStyle/>
        <a:p>
          <a:endParaRPr lang="de-DE"/>
        </a:p>
      </dgm:t>
    </dgm:pt>
    <dgm:pt modelId="{40965097-2BA6-402F-9D11-AC70E4818AA9}">
      <dgm:prSet/>
      <dgm:spPr/>
      <dgm:t>
        <a:bodyPr/>
        <a:lstStyle/>
        <a:p>
          <a:r>
            <a:rPr lang="de-DE"/>
            <a:t>langsam, wenn es viele mögliche Endungen gibt</a:t>
          </a:r>
        </a:p>
      </dgm:t>
    </dgm:pt>
    <dgm:pt modelId="{C0F47D85-E2EC-4147-B4F0-2C83E214A8E8}" type="parTrans" cxnId="{FF0C894B-A05D-40E4-A284-973C7D67FD20}">
      <dgm:prSet/>
      <dgm:spPr/>
      <dgm:t>
        <a:bodyPr/>
        <a:lstStyle/>
        <a:p>
          <a:endParaRPr lang="de-DE"/>
        </a:p>
      </dgm:t>
    </dgm:pt>
    <dgm:pt modelId="{6861B2F8-1017-4697-9C3D-5E7D4A65BDBA}" type="sibTrans" cxnId="{FF0C894B-A05D-40E4-A284-973C7D67FD20}">
      <dgm:prSet/>
      <dgm:spPr/>
      <dgm:t>
        <a:bodyPr/>
        <a:lstStyle/>
        <a:p>
          <a:endParaRPr lang="de-DE"/>
        </a:p>
      </dgm:t>
    </dgm:pt>
    <dgm:pt modelId="{55F93B44-852E-43C1-A87D-E9A491E52866}">
      <dgm:prSet/>
      <dgm:spPr/>
      <dgm:t>
        <a:bodyPr/>
        <a:lstStyle/>
        <a:p>
          <a:r>
            <a:rPr lang="de-DE"/>
            <a:t>Relativ konstante Geschwindigkeit</a:t>
          </a:r>
        </a:p>
      </dgm:t>
    </dgm:pt>
    <dgm:pt modelId="{086C5512-2BCB-415D-8334-DB59E8DBCE0F}" type="parTrans" cxnId="{94507700-54B2-4820-8BCE-CF0ACDC56E53}">
      <dgm:prSet/>
      <dgm:spPr/>
      <dgm:t>
        <a:bodyPr/>
        <a:lstStyle/>
        <a:p>
          <a:endParaRPr lang="de-DE"/>
        </a:p>
      </dgm:t>
    </dgm:pt>
    <dgm:pt modelId="{8CE4B4C2-E51E-476E-8D46-319C6FC74BCE}" type="sibTrans" cxnId="{94507700-54B2-4820-8BCE-CF0ACDC56E53}">
      <dgm:prSet/>
      <dgm:spPr/>
      <dgm:t>
        <a:bodyPr/>
        <a:lstStyle/>
        <a:p>
          <a:endParaRPr lang="de-DE"/>
        </a:p>
      </dgm:t>
    </dgm:pt>
    <dgm:pt modelId="{0D8F31C1-4CC9-4393-B468-23EFE0D7B80F}" type="pres">
      <dgm:prSet presAssocID="{7B93D71F-C5EA-499A-8DAC-5FA560336AA0}" presName="list" presStyleCnt="0">
        <dgm:presLayoutVars>
          <dgm:dir/>
          <dgm:animLvl val="lvl"/>
        </dgm:presLayoutVars>
      </dgm:prSet>
      <dgm:spPr/>
    </dgm:pt>
    <dgm:pt modelId="{06507352-B7A5-4EE6-8F81-30953EEA2B32}" type="pres">
      <dgm:prSet presAssocID="{44878A19-850A-4091-BF0F-B0DBC6C14C9E}" presName="posSpace" presStyleCnt="0"/>
      <dgm:spPr/>
    </dgm:pt>
    <dgm:pt modelId="{640BCEEF-C001-45C4-B85A-787919713E40}" type="pres">
      <dgm:prSet presAssocID="{44878A19-850A-4091-BF0F-B0DBC6C14C9E}" presName="vertFlow" presStyleCnt="0"/>
      <dgm:spPr/>
    </dgm:pt>
    <dgm:pt modelId="{CA41DEC5-AA1D-429F-9B14-4132FA62C331}" type="pres">
      <dgm:prSet presAssocID="{44878A19-850A-4091-BF0F-B0DBC6C14C9E}" presName="topSpace" presStyleCnt="0"/>
      <dgm:spPr/>
    </dgm:pt>
    <dgm:pt modelId="{3DFC238D-1B38-4953-87EB-DF2C9AF52948}" type="pres">
      <dgm:prSet presAssocID="{44878A19-850A-4091-BF0F-B0DBC6C14C9E}" presName="firstComp" presStyleCnt="0"/>
      <dgm:spPr/>
    </dgm:pt>
    <dgm:pt modelId="{5CD90F33-9404-46AD-A1B3-9A821AC59BDF}" type="pres">
      <dgm:prSet presAssocID="{44878A19-850A-4091-BF0F-B0DBC6C14C9E}" presName="firstChild" presStyleLbl="bgAccFollowNode1" presStyleIdx="0" presStyleCnt="3"/>
      <dgm:spPr/>
    </dgm:pt>
    <dgm:pt modelId="{97398067-07A2-4BF7-8403-6FF9A97D701C}" type="pres">
      <dgm:prSet presAssocID="{44878A19-850A-4091-BF0F-B0DBC6C14C9E}" presName="firstChildTx" presStyleLbl="bgAccFollowNode1" presStyleIdx="0" presStyleCnt="3">
        <dgm:presLayoutVars>
          <dgm:bulletEnabled val="1"/>
        </dgm:presLayoutVars>
      </dgm:prSet>
      <dgm:spPr/>
    </dgm:pt>
    <dgm:pt modelId="{CE295057-20BA-4B45-9495-02F1AD4DF329}" type="pres">
      <dgm:prSet presAssocID="{67D4FE5D-C410-4501-8208-4705C881573C}" presName="comp" presStyleCnt="0"/>
      <dgm:spPr/>
    </dgm:pt>
    <dgm:pt modelId="{000715B6-E72F-4157-B03E-7981F6333234}" type="pres">
      <dgm:prSet presAssocID="{67D4FE5D-C410-4501-8208-4705C881573C}" presName="child" presStyleLbl="bgAccFollowNode1" presStyleIdx="1" presStyleCnt="3"/>
      <dgm:spPr/>
    </dgm:pt>
    <dgm:pt modelId="{590574D0-1E0B-415A-AAEA-E4311FD03F30}" type="pres">
      <dgm:prSet presAssocID="{67D4FE5D-C410-4501-8208-4705C881573C}" presName="childTx" presStyleLbl="bgAccFollowNode1" presStyleIdx="1" presStyleCnt="3">
        <dgm:presLayoutVars>
          <dgm:bulletEnabled val="1"/>
        </dgm:presLayoutVars>
      </dgm:prSet>
      <dgm:spPr/>
    </dgm:pt>
    <dgm:pt modelId="{55ABF947-670F-48C8-A5A3-AFE83F242934}" type="pres">
      <dgm:prSet presAssocID="{44878A19-850A-4091-BF0F-B0DBC6C14C9E}" presName="negSpace" presStyleCnt="0"/>
      <dgm:spPr/>
    </dgm:pt>
    <dgm:pt modelId="{0DBCD66E-5257-4C6A-B1CF-715C49C3CD66}" type="pres">
      <dgm:prSet presAssocID="{44878A19-850A-4091-BF0F-B0DBC6C14C9E}" presName="circle" presStyleLbl="node1" presStyleIdx="0" presStyleCnt="2"/>
      <dgm:spPr/>
    </dgm:pt>
    <dgm:pt modelId="{F9412A58-0998-4EED-A5E3-E19A6756BA02}" type="pres">
      <dgm:prSet presAssocID="{4D9DD20D-434B-4358-BC5D-328BB63D82DC}" presName="transSpace" presStyleCnt="0"/>
      <dgm:spPr/>
    </dgm:pt>
    <dgm:pt modelId="{ADAE837B-76F0-445D-8AC6-39CB7F32A2C0}" type="pres">
      <dgm:prSet presAssocID="{47FEEFFB-8303-42EE-B158-80A8FD892BC7}" presName="posSpace" presStyleCnt="0"/>
      <dgm:spPr/>
    </dgm:pt>
    <dgm:pt modelId="{BCA9DD73-D88B-4C17-91D9-E27096C82B33}" type="pres">
      <dgm:prSet presAssocID="{47FEEFFB-8303-42EE-B158-80A8FD892BC7}" presName="vertFlow" presStyleCnt="0"/>
      <dgm:spPr/>
    </dgm:pt>
    <dgm:pt modelId="{518CD55A-00B3-4DB7-A611-85B9C0EA470B}" type="pres">
      <dgm:prSet presAssocID="{47FEEFFB-8303-42EE-B158-80A8FD892BC7}" presName="topSpace" presStyleCnt="0"/>
      <dgm:spPr/>
    </dgm:pt>
    <dgm:pt modelId="{DC7D1647-6325-4831-B8F4-C10A7F6511BD}" type="pres">
      <dgm:prSet presAssocID="{47FEEFFB-8303-42EE-B158-80A8FD892BC7}" presName="firstComp" presStyleCnt="0"/>
      <dgm:spPr/>
    </dgm:pt>
    <dgm:pt modelId="{A07BB88B-A88D-4C68-ACC6-CEBB17E40C97}" type="pres">
      <dgm:prSet presAssocID="{47FEEFFB-8303-42EE-B158-80A8FD892BC7}" presName="firstChild" presStyleLbl="bgAccFollowNode1" presStyleIdx="2" presStyleCnt="3"/>
      <dgm:spPr/>
    </dgm:pt>
    <dgm:pt modelId="{3CC2F1B1-DD3A-465B-8073-2B5406B91D62}" type="pres">
      <dgm:prSet presAssocID="{47FEEFFB-8303-42EE-B158-80A8FD892BC7}" presName="firstChildTx" presStyleLbl="bgAccFollowNode1" presStyleIdx="2" presStyleCnt="3">
        <dgm:presLayoutVars>
          <dgm:bulletEnabled val="1"/>
        </dgm:presLayoutVars>
      </dgm:prSet>
      <dgm:spPr/>
    </dgm:pt>
    <dgm:pt modelId="{86392A16-F12B-4FB5-8487-4337B4E1758B}" type="pres">
      <dgm:prSet presAssocID="{47FEEFFB-8303-42EE-B158-80A8FD892BC7}" presName="negSpace" presStyleCnt="0"/>
      <dgm:spPr/>
    </dgm:pt>
    <dgm:pt modelId="{737937FE-ECBB-466B-AB90-CCCD5E508A07}" type="pres">
      <dgm:prSet presAssocID="{47FEEFFB-8303-42EE-B158-80A8FD892BC7}" presName="circle" presStyleLbl="node1" presStyleIdx="1" presStyleCnt="2"/>
      <dgm:spPr/>
    </dgm:pt>
  </dgm:ptLst>
  <dgm:cxnLst>
    <dgm:cxn modelId="{94507700-54B2-4820-8BCE-CF0ACDC56E53}" srcId="{47FEEFFB-8303-42EE-B158-80A8FD892BC7}" destId="{55F93B44-852E-43C1-A87D-E9A491E52866}" srcOrd="0" destOrd="0" parTransId="{086C5512-2BCB-415D-8334-DB59E8DBCE0F}" sibTransId="{8CE4B4C2-E51E-476E-8D46-319C6FC74BCE}"/>
    <dgm:cxn modelId="{AA727701-052C-4184-9166-62B47502F804}" type="presOf" srcId="{40965097-2BA6-402F-9D11-AC70E4818AA9}" destId="{5CD90F33-9404-46AD-A1B3-9A821AC59BDF}" srcOrd="0" destOrd="0" presId="urn:microsoft.com/office/officeart/2005/8/layout/hList9"/>
    <dgm:cxn modelId="{BF26901E-4ECE-442F-8D58-155EB460733D}" srcId="{7B93D71F-C5EA-499A-8DAC-5FA560336AA0}" destId="{44878A19-850A-4091-BF0F-B0DBC6C14C9E}" srcOrd="0" destOrd="0" parTransId="{BEDBACFF-DD01-47C1-A8BD-FE9D3C7E97E2}" sibTransId="{4D9DD20D-434B-4358-BC5D-328BB63D82DC}"/>
    <dgm:cxn modelId="{FF1BC726-0D95-4CA1-902D-C27316A22ABD}" srcId="{44878A19-850A-4091-BF0F-B0DBC6C14C9E}" destId="{67D4FE5D-C410-4501-8208-4705C881573C}" srcOrd="1" destOrd="0" parTransId="{19FD8C2D-7F3C-41A7-A747-4DAA4BDE2FB6}" sibTransId="{9BD593BB-9D3B-465A-A5CC-8B1AE0CA0D3F}"/>
    <dgm:cxn modelId="{FF0C894B-A05D-40E4-A284-973C7D67FD20}" srcId="{44878A19-850A-4091-BF0F-B0DBC6C14C9E}" destId="{40965097-2BA6-402F-9D11-AC70E4818AA9}" srcOrd="0" destOrd="0" parTransId="{C0F47D85-E2EC-4147-B4F0-2C83E214A8E8}" sibTransId="{6861B2F8-1017-4697-9C3D-5E7D4A65BDBA}"/>
    <dgm:cxn modelId="{C10E156E-441F-4D79-8A3C-1D3F65207F97}" type="presOf" srcId="{67D4FE5D-C410-4501-8208-4705C881573C}" destId="{590574D0-1E0B-415A-AAEA-E4311FD03F30}" srcOrd="1" destOrd="0" presId="urn:microsoft.com/office/officeart/2005/8/layout/hList9"/>
    <dgm:cxn modelId="{7471AB71-C8F2-4542-82A3-5DB25798A6B9}" type="presOf" srcId="{47FEEFFB-8303-42EE-B158-80A8FD892BC7}" destId="{737937FE-ECBB-466B-AB90-CCCD5E508A07}" srcOrd="0" destOrd="0" presId="urn:microsoft.com/office/officeart/2005/8/layout/hList9"/>
    <dgm:cxn modelId="{0FF97D93-09CA-4DCC-B158-32D1564B7BB5}" type="presOf" srcId="{67D4FE5D-C410-4501-8208-4705C881573C}" destId="{000715B6-E72F-4157-B03E-7981F6333234}" srcOrd="0" destOrd="0" presId="urn:microsoft.com/office/officeart/2005/8/layout/hList9"/>
    <dgm:cxn modelId="{A78FDA94-B695-476A-BBB1-480C9F62CE62}" type="presOf" srcId="{55F93B44-852E-43C1-A87D-E9A491E52866}" destId="{3CC2F1B1-DD3A-465B-8073-2B5406B91D62}" srcOrd="1" destOrd="0" presId="urn:microsoft.com/office/officeart/2005/8/layout/hList9"/>
    <dgm:cxn modelId="{F0C4C495-98C5-436B-8DC6-70789606FD4A}" type="presOf" srcId="{40965097-2BA6-402F-9D11-AC70E4818AA9}" destId="{97398067-07A2-4BF7-8403-6FF9A97D701C}" srcOrd="1" destOrd="0" presId="urn:microsoft.com/office/officeart/2005/8/layout/hList9"/>
    <dgm:cxn modelId="{ADACBFB0-8E2C-4AEE-99C1-26DFD40574DE}" type="presOf" srcId="{7B93D71F-C5EA-499A-8DAC-5FA560336AA0}" destId="{0D8F31C1-4CC9-4393-B468-23EFE0D7B80F}" srcOrd="0" destOrd="0" presId="urn:microsoft.com/office/officeart/2005/8/layout/hList9"/>
    <dgm:cxn modelId="{146BA8C7-E8A4-4973-B230-1A0C3D31850A}" type="presOf" srcId="{44878A19-850A-4091-BF0F-B0DBC6C14C9E}" destId="{0DBCD66E-5257-4C6A-B1CF-715C49C3CD66}" srcOrd="0" destOrd="0" presId="urn:microsoft.com/office/officeart/2005/8/layout/hList9"/>
    <dgm:cxn modelId="{1D0916CB-7A8A-432C-8487-C63157E35ADC}" srcId="{7B93D71F-C5EA-499A-8DAC-5FA560336AA0}" destId="{47FEEFFB-8303-42EE-B158-80A8FD892BC7}" srcOrd="1" destOrd="0" parTransId="{9EB5ACD1-F2D4-49F7-B9B0-9682A3168C6A}" sibTransId="{2930C638-B5D2-4852-8923-6B4703239369}"/>
    <dgm:cxn modelId="{503C91F9-52B3-4D96-9068-8FF327B54A8C}" type="presOf" srcId="{55F93B44-852E-43C1-A87D-E9A491E52866}" destId="{A07BB88B-A88D-4C68-ACC6-CEBB17E40C97}" srcOrd="0" destOrd="0" presId="urn:microsoft.com/office/officeart/2005/8/layout/hList9"/>
    <dgm:cxn modelId="{79D79440-3027-4B8C-A541-74FF85221EEB}" type="presParOf" srcId="{0D8F31C1-4CC9-4393-B468-23EFE0D7B80F}" destId="{06507352-B7A5-4EE6-8F81-30953EEA2B32}" srcOrd="0" destOrd="0" presId="urn:microsoft.com/office/officeart/2005/8/layout/hList9"/>
    <dgm:cxn modelId="{F68E7D7B-2E9A-4FEB-A05D-4CBB59B8346D}" type="presParOf" srcId="{0D8F31C1-4CC9-4393-B468-23EFE0D7B80F}" destId="{640BCEEF-C001-45C4-B85A-787919713E40}" srcOrd="1" destOrd="0" presId="urn:microsoft.com/office/officeart/2005/8/layout/hList9"/>
    <dgm:cxn modelId="{F06624AC-0E6A-4780-823A-ED9C6ACA242E}" type="presParOf" srcId="{640BCEEF-C001-45C4-B85A-787919713E40}" destId="{CA41DEC5-AA1D-429F-9B14-4132FA62C331}" srcOrd="0" destOrd="0" presId="urn:microsoft.com/office/officeart/2005/8/layout/hList9"/>
    <dgm:cxn modelId="{39AE3D8C-1162-451A-A183-3B57B137FCD2}" type="presParOf" srcId="{640BCEEF-C001-45C4-B85A-787919713E40}" destId="{3DFC238D-1B38-4953-87EB-DF2C9AF52948}" srcOrd="1" destOrd="0" presId="urn:microsoft.com/office/officeart/2005/8/layout/hList9"/>
    <dgm:cxn modelId="{7B42A3DD-ACB3-4AE7-8265-D68835D73508}" type="presParOf" srcId="{3DFC238D-1B38-4953-87EB-DF2C9AF52948}" destId="{5CD90F33-9404-46AD-A1B3-9A821AC59BDF}" srcOrd="0" destOrd="0" presId="urn:microsoft.com/office/officeart/2005/8/layout/hList9"/>
    <dgm:cxn modelId="{474E1D3C-5FAB-42D5-B1F2-8E3590C50DDB}" type="presParOf" srcId="{3DFC238D-1B38-4953-87EB-DF2C9AF52948}" destId="{97398067-07A2-4BF7-8403-6FF9A97D701C}" srcOrd="1" destOrd="0" presId="urn:microsoft.com/office/officeart/2005/8/layout/hList9"/>
    <dgm:cxn modelId="{AAD56782-8BA4-4FA2-B921-B7DE122D4F21}" type="presParOf" srcId="{640BCEEF-C001-45C4-B85A-787919713E40}" destId="{CE295057-20BA-4B45-9495-02F1AD4DF329}" srcOrd="2" destOrd="0" presId="urn:microsoft.com/office/officeart/2005/8/layout/hList9"/>
    <dgm:cxn modelId="{4E1D26E9-61E1-4C46-A3EF-43573F108644}" type="presParOf" srcId="{CE295057-20BA-4B45-9495-02F1AD4DF329}" destId="{000715B6-E72F-4157-B03E-7981F6333234}" srcOrd="0" destOrd="0" presId="urn:microsoft.com/office/officeart/2005/8/layout/hList9"/>
    <dgm:cxn modelId="{0C929CCC-BD13-4E91-9BAF-F1FCB1FB65B8}" type="presParOf" srcId="{CE295057-20BA-4B45-9495-02F1AD4DF329}" destId="{590574D0-1E0B-415A-AAEA-E4311FD03F30}" srcOrd="1" destOrd="0" presId="urn:microsoft.com/office/officeart/2005/8/layout/hList9"/>
    <dgm:cxn modelId="{50A8F7A9-81A0-41E7-9C12-C5F947421AC8}" type="presParOf" srcId="{0D8F31C1-4CC9-4393-B468-23EFE0D7B80F}" destId="{55ABF947-670F-48C8-A5A3-AFE83F242934}" srcOrd="2" destOrd="0" presId="urn:microsoft.com/office/officeart/2005/8/layout/hList9"/>
    <dgm:cxn modelId="{2F31ACA0-416A-430E-A031-71730C0E5EAC}" type="presParOf" srcId="{0D8F31C1-4CC9-4393-B468-23EFE0D7B80F}" destId="{0DBCD66E-5257-4C6A-B1CF-715C49C3CD66}" srcOrd="3" destOrd="0" presId="urn:microsoft.com/office/officeart/2005/8/layout/hList9"/>
    <dgm:cxn modelId="{7674E9C9-0BFF-42AD-B064-E21F4945C97A}" type="presParOf" srcId="{0D8F31C1-4CC9-4393-B468-23EFE0D7B80F}" destId="{F9412A58-0998-4EED-A5E3-E19A6756BA02}" srcOrd="4" destOrd="0" presId="urn:microsoft.com/office/officeart/2005/8/layout/hList9"/>
    <dgm:cxn modelId="{B3C76520-DE88-4084-ABC3-A7565E4D0136}" type="presParOf" srcId="{0D8F31C1-4CC9-4393-B468-23EFE0D7B80F}" destId="{ADAE837B-76F0-445D-8AC6-39CB7F32A2C0}" srcOrd="5" destOrd="0" presId="urn:microsoft.com/office/officeart/2005/8/layout/hList9"/>
    <dgm:cxn modelId="{04936984-85FA-4903-96DE-4B2DB6710017}" type="presParOf" srcId="{0D8F31C1-4CC9-4393-B468-23EFE0D7B80F}" destId="{BCA9DD73-D88B-4C17-91D9-E27096C82B33}" srcOrd="6" destOrd="0" presId="urn:microsoft.com/office/officeart/2005/8/layout/hList9"/>
    <dgm:cxn modelId="{63730C53-78E0-4207-967E-EBEFFAC72D06}" type="presParOf" srcId="{BCA9DD73-D88B-4C17-91D9-E27096C82B33}" destId="{518CD55A-00B3-4DB7-A611-85B9C0EA470B}" srcOrd="0" destOrd="0" presId="urn:microsoft.com/office/officeart/2005/8/layout/hList9"/>
    <dgm:cxn modelId="{A2E890EE-C2C4-46CA-8B3C-CE73E5601E13}" type="presParOf" srcId="{BCA9DD73-D88B-4C17-91D9-E27096C82B33}" destId="{DC7D1647-6325-4831-B8F4-C10A7F6511BD}" srcOrd="1" destOrd="0" presId="urn:microsoft.com/office/officeart/2005/8/layout/hList9"/>
    <dgm:cxn modelId="{7A832FEC-EEF3-4850-BABB-F08AAAD671B2}" type="presParOf" srcId="{DC7D1647-6325-4831-B8F4-C10A7F6511BD}" destId="{A07BB88B-A88D-4C68-ACC6-CEBB17E40C97}" srcOrd="0" destOrd="0" presId="urn:microsoft.com/office/officeart/2005/8/layout/hList9"/>
    <dgm:cxn modelId="{0122E858-B5ED-488A-BD6B-122DE1CE532B}" type="presParOf" srcId="{DC7D1647-6325-4831-B8F4-C10A7F6511BD}" destId="{3CC2F1B1-DD3A-465B-8073-2B5406B91D62}" srcOrd="1" destOrd="0" presId="urn:microsoft.com/office/officeart/2005/8/layout/hList9"/>
    <dgm:cxn modelId="{536FAB48-515B-4CCE-B000-297883A42B49}" type="presParOf" srcId="{0D8F31C1-4CC9-4393-B468-23EFE0D7B80F}" destId="{86392A16-F12B-4FB5-8487-4337B4E1758B}" srcOrd="7" destOrd="0" presId="urn:microsoft.com/office/officeart/2005/8/layout/hList9"/>
    <dgm:cxn modelId="{75D8C03C-960C-4862-9D60-BE188396F193}" type="presParOf" srcId="{0D8F31C1-4CC9-4393-B468-23EFE0D7B80F}" destId="{737937FE-ECBB-466B-AB90-CCCD5E508A07}" srcOrd="8" destOrd="0" presId="urn:microsoft.com/office/officeart/2005/8/layout/hList9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6ADE2C3-2143-49AA-9901-6E19C3D1AD6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5B1444EB-C062-408E-8A84-56A0446A85A8}">
      <dgm:prSet custT="1"/>
      <dgm:spPr/>
      <dgm:t>
        <a:bodyPr/>
        <a:lstStyle/>
        <a:p>
          <a:r>
            <a:rPr lang="de-DE" sz="2400"/>
            <a:t>Alte Hash-Funktion</a:t>
          </a:r>
        </a:p>
      </dgm:t>
    </dgm:pt>
    <dgm:pt modelId="{B07E0E64-5A08-44AB-A133-D85DA1326CAC}" type="parTrans" cxnId="{C0E13DF8-4709-4725-BE80-59C33DE1704F}">
      <dgm:prSet/>
      <dgm:spPr/>
      <dgm:t>
        <a:bodyPr/>
        <a:lstStyle/>
        <a:p>
          <a:endParaRPr lang="de-DE" sz="1600"/>
        </a:p>
      </dgm:t>
    </dgm:pt>
    <dgm:pt modelId="{2BACD498-094E-4979-8DA7-E559DDC419E0}" type="sibTrans" cxnId="{C0E13DF8-4709-4725-BE80-59C33DE1704F}">
      <dgm:prSet/>
      <dgm:spPr/>
      <dgm:t>
        <a:bodyPr/>
        <a:lstStyle/>
        <a:p>
          <a:endParaRPr lang="de-DE" sz="1600"/>
        </a:p>
      </dgm:t>
    </dgm:pt>
    <dgm:pt modelId="{921B43D2-CEE3-48DA-A693-5E445C2CB29B}">
      <dgm:prSet custT="1"/>
      <dgm:spPr/>
      <dgm:t>
        <a:bodyPr/>
        <a:lstStyle/>
        <a:p>
          <a:r>
            <a:rPr lang="de-DE" sz="2000"/>
            <a:t>Produktname muss in Transaktion vorhanden sein, sonst return 0</a:t>
          </a:r>
        </a:p>
      </dgm:t>
    </dgm:pt>
    <dgm:pt modelId="{89010F4C-3E19-462A-95F9-8F268BFA76AF}" type="parTrans" cxnId="{C9B3BCB8-115E-4226-ABC9-AA45A4069ACA}">
      <dgm:prSet/>
      <dgm:spPr/>
      <dgm:t>
        <a:bodyPr/>
        <a:lstStyle/>
        <a:p>
          <a:endParaRPr lang="de-DE" sz="1600"/>
        </a:p>
      </dgm:t>
    </dgm:pt>
    <dgm:pt modelId="{8168259C-5E26-4D8B-A3AA-71F91E32E352}" type="sibTrans" cxnId="{C9B3BCB8-115E-4226-ABC9-AA45A4069ACA}">
      <dgm:prSet/>
      <dgm:spPr/>
      <dgm:t>
        <a:bodyPr/>
        <a:lstStyle/>
        <a:p>
          <a:endParaRPr lang="de-DE" sz="1600"/>
        </a:p>
      </dgm:t>
    </dgm:pt>
    <dgm:pt modelId="{35661EF1-D49E-4674-A27D-A562AF0AD42A}">
      <dgm:prSet custT="1"/>
      <dgm:spPr/>
      <dgm:t>
        <a:bodyPr/>
        <a:lstStyle/>
        <a:p>
          <a:r>
            <a:rPr lang="de-DE" sz="2000"/>
            <a:t>1. Buchstabe des Produktnamens als Kleinbuchstabe</a:t>
          </a:r>
        </a:p>
      </dgm:t>
    </dgm:pt>
    <dgm:pt modelId="{39F21C3A-FD38-4EF2-8419-364374C46F2D}" type="parTrans" cxnId="{F83B85A8-F3E6-49D0-8670-3BC120293991}">
      <dgm:prSet/>
      <dgm:spPr/>
      <dgm:t>
        <a:bodyPr/>
        <a:lstStyle/>
        <a:p>
          <a:endParaRPr lang="de-DE" sz="1600"/>
        </a:p>
      </dgm:t>
    </dgm:pt>
    <dgm:pt modelId="{B7A6519F-9B40-4C5B-BF1E-1FF0B89A89E7}" type="sibTrans" cxnId="{F83B85A8-F3E6-49D0-8670-3BC120293991}">
      <dgm:prSet/>
      <dgm:spPr/>
      <dgm:t>
        <a:bodyPr/>
        <a:lstStyle/>
        <a:p>
          <a:endParaRPr lang="de-DE" sz="1600"/>
        </a:p>
      </dgm:t>
    </dgm:pt>
    <dgm:pt modelId="{42E0C940-CA93-4B98-9BBE-E9B6A0D34749}">
      <dgm:prSet custT="1"/>
      <dgm:spPr/>
      <dgm:t>
        <a:bodyPr/>
        <a:lstStyle/>
        <a:p>
          <a:r>
            <a:rPr lang="de-DE" sz="2000"/>
            <a:t>Folge: Clustering in den ersten 25 Buckets, viele Kollisionen</a:t>
          </a:r>
        </a:p>
      </dgm:t>
    </dgm:pt>
    <dgm:pt modelId="{621A94A6-248B-4CBA-AC5E-67B6B3513EFA}" type="parTrans" cxnId="{54DCC515-1549-404E-A46D-82153CB8837B}">
      <dgm:prSet/>
      <dgm:spPr/>
      <dgm:t>
        <a:bodyPr/>
        <a:lstStyle/>
        <a:p>
          <a:endParaRPr lang="de-DE" sz="1600"/>
        </a:p>
      </dgm:t>
    </dgm:pt>
    <dgm:pt modelId="{4203940B-6993-49E4-A8EF-6CC330424066}" type="sibTrans" cxnId="{54DCC515-1549-404E-A46D-82153CB8837B}">
      <dgm:prSet/>
      <dgm:spPr/>
      <dgm:t>
        <a:bodyPr/>
        <a:lstStyle/>
        <a:p>
          <a:endParaRPr lang="de-DE" sz="1600"/>
        </a:p>
      </dgm:t>
    </dgm:pt>
    <dgm:pt modelId="{8EBC01AE-EB4E-48A2-BB4D-31D17159D583}">
      <dgm:prSet custT="1"/>
      <dgm:spPr/>
      <dgm:t>
        <a:bodyPr/>
        <a:lstStyle/>
        <a:p>
          <a:r>
            <a:rPr lang="de-DE" sz="2400"/>
            <a:t>Neue Hash-Funktion</a:t>
          </a:r>
        </a:p>
      </dgm:t>
    </dgm:pt>
    <dgm:pt modelId="{E9D2CD2F-C29B-4871-B557-C600DF2C0320}" type="parTrans" cxnId="{775B044D-CE89-4716-82C1-97F97CE9512C}">
      <dgm:prSet/>
      <dgm:spPr/>
      <dgm:t>
        <a:bodyPr/>
        <a:lstStyle/>
        <a:p>
          <a:endParaRPr lang="de-DE" sz="1600"/>
        </a:p>
      </dgm:t>
    </dgm:pt>
    <dgm:pt modelId="{56E13C45-E004-4BC3-A826-3E4CA17F6E71}" type="sibTrans" cxnId="{775B044D-CE89-4716-82C1-97F97CE9512C}">
      <dgm:prSet/>
      <dgm:spPr/>
      <dgm:t>
        <a:bodyPr/>
        <a:lstStyle/>
        <a:p>
          <a:endParaRPr lang="de-DE" sz="1600"/>
        </a:p>
      </dgm:t>
    </dgm:pt>
    <dgm:pt modelId="{969915B9-2772-44BB-A9B9-B869A1922395}">
      <dgm:prSet custT="1"/>
      <dgm:spPr/>
      <dgm:t>
        <a:bodyPr/>
        <a:lstStyle/>
        <a:p>
          <a:r>
            <a:rPr lang="de-DE" sz="2000"/>
            <a:t>Alle 5 Attribute der Transaktion werden zu einem String verbunden</a:t>
          </a:r>
        </a:p>
      </dgm:t>
    </dgm:pt>
    <dgm:pt modelId="{2DF42466-A228-48EB-B16A-C3EE957150CF}" type="parTrans" cxnId="{096DDFED-DBDF-4BD7-A6D4-55C50DAEBA6D}">
      <dgm:prSet/>
      <dgm:spPr/>
      <dgm:t>
        <a:bodyPr/>
        <a:lstStyle/>
        <a:p>
          <a:endParaRPr lang="de-DE" sz="1600"/>
        </a:p>
      </dgm:t>
    </dgm:pt>
    <dgm:pt modelId="{267EE356-5405-4490-B013-0712FFC1FA73}" type="sibTrans" cxnId="{096DDFED-DBDF-4BD7-A6D4-55C50DAEBA6D}">
      <dgm:prSet/>
      <dgm:spPr/>
      <dgm:t>
        <a:bodyPr/>
        <a:lstStyle/>
        <a:p>
          <a:endParaRPr lang="de-DE" sz="1600"/>
        </a:p>
      </dgm:t>
    </dgm:pt>
    <dgm:pt modelId="{66B4BC81-9613-426F-86FB-473D80DCEB60}">
      <dgm:prSet custT="1"/>
      <dgm:spPr/>
      <dgm:t>
        <a:bodyPr/>
        <a:lstStyle/>
        <a:p>
          <a:r>
            <a:rPr lang="de-DE" sz="2000"/>
            <a:t>Zeitstempel &amp; Preis unterscheiden Transaktion</a:t>
          </a:r>
        </a:p>
      </dgm:t>
    </dgm:pt>
    <dgm:pt modelId="{5B19A445-490C-478B-BF57-F6E5D88B94FE}" type="parTrans" cxnId="{268F7631-8A2F-4911-AD6F-03D36E1A5641}">
      <dgm:prSet/>
      <dgm:spPr/>
      <dgm:t>
        <a:bodyPr/>
        <a:lstStyle/>
        <a:p>
          <a:endParaRPr lang="de-DE" sz="1600"/>
        </a:p>
      </dgm:t>
    </dgm:pt>
    <dgm:pt modelId="{542FCA90-7FF6-4389-9D27-0D888A77C18C}" type="sibTrans" cxnId="{268F7631-8A2F-4911-AD6F-03D36E1A5641}">
      <dgm:prSet/>
      <dgm:spPr/>
      <dgm:t>
        <a:bodyPr/>
        <a:lstStyle/>
        <a:p>
          <a:endParaRPr lang="de-DE" sz="1600"/>
        </a:p>
      </dgm:t>
    </dgm:pt>
    <dgm:pt modelId="{B19C5310-82E8-480F-8A5D-E16EBB2A69DF}">
      <dgm:prSet custT="1"/>
      <dgm:spPr/>
      <dgm:t>
        <a:bodyPr/>
        <a:lstStyle/>
        <a:p>
          <a:r>
            <a:rPr lang="de-DE" sz="2000"/>
            <a:t>Werte verteilen sich gleichmäßig auf alle 1024 Buckets</a:t>
          </a:r>
        </a:p>
      </dgm:t>
    </dgm:pt>
    <dgm:pt modelId="{CECADFF2-10C4-4F31-8CFB-DDA08B6FB363}" type="parTrans" cxnId="{D42103CA-A6AC-4226-BF27-571303C18706}">
      <dgm:prSet/>
      <dgm:spPr/>
      <dgm:t>
        <a:bodyPr/>
        <a:lstStyle/>
        <a:p>
          <a:endParaRPr lang="de-DE" sz="1600"/>
        </a:p>
      </dgm:t>
    </dgm:pt>
    <dgm:pt modelId="{84A92897-2683-4A1F-A4C0-3C90859FE159}" type="sibTrans" cxnId="{D42103CA-A6AC-4226-BF27-571303C18706}">
      <dgm:prSet/>
      <dgm:spPr/>
      <dgm:t>
        <a:bodyPr/>
        <a:lstStyle/>
        <a:p>
          <a:endParaRPr lang="de-DE" sz="1600"/>
        </a:p>
      </dgm:t>
    </dgm:pt>
    <dgm:pt modelId="{9581BA07-AF99-4CCB-8EBA-92899345EC67}">
      <dgm:prSet custT="1"/>
      <dgm:spPr/>
      <dgm:t>
        <a:bodyPr/>
        <a:lstStyle/>
        <a:p>
          <a:r>
            <a:rPr lang="de-DE" sz="2000"/>
            <a:t>Polynom-Hash</a:t>
          </a:r>
        </a:p>
      </dgm:t>
    </dgm:pt>
    <dgm:pt modelId="{8C251AAF-C179-4F23-9A52-C600AD829138}" type="parTrans" cxnId="{47D642A5-61F3-492B-B63D-AD67CE4DABEF}">
      <dgm:prSet/>
      <dgm:spPr/>
      <dgm:t>
        <a:bodyPr/>
        <a:lstStyle/>
        <a:p>
          <a:endParaRPr lang="de-DE" sz="1600"/>
        </a:p>
      </dgm:t>
    </dgm:pt>
    <dgm:pt modelId="{65C17EDC-9BFE-4464-BA24-CFE1648F9325}" type="sibTrans" cxnId="{47D642A5-61F3-492B-B63D-AD67CE4DABEF}">
      <dgm:prSet/>
      <dgm:spPr/>
      <dgm:t>
        <a:bodyPr/>
        <a:lstStyle/>
        <a:p>
          <a:endParaRPr lang="de-DE" sz="1600"/>
        </a:p>
      </dgm:t>
    </dgm:pt>
    <dgm:pt modelId="{5047FBF5-962A-4AD9-9D05-A2C9436CDFBD}" type="pres">
      <dgm:prSet presAssocID="{C6ADE2C3-2143-49AA-9901-6E19C3D1AD69}" presName="linear" presStyleCnt="0">
        <dgm:presLayoutVars>
          <dgm:dir/>
          <dgm:animLvl val="lvl"/>
          <dgm:resizeHandles val="exact"/>
        </dgm:presLayoutVars>
      </dgm:prSet>
      <dgm:spPr/>
    </dgm:pt>
    <dgm:pt modelId="{568ED294-D558-42BE-A735-9A9412995858}" type="pres">
      <dgm:prSet presAssocID="{5B1444EB-C062-408E-8A84-56A0446A85A8}" presName="parentLin" presStyleCnt="0"/>
      <dgm:spPr/>
    </dgm:pt>
    <dgm:pt modelId="{9B317461-AC89-4F15-A031-97D4FB9F5905}" type="pres">
      <dgm:prSet presAssocID="{5B1444EB-C062-408E-8A84-56A0446A85A8}" presName="parentLeftMargin" presStyleLbl="node1" presStyleIdx="0" presStyleCnt="2"/>
      <dgm:spPr/>
    </dgm:pt>
    <dgm:pt modelId="{1B2319B9-36F2-4B69-934B-04D983220E23}" type="pres">
      <dgm:prSet presAssocID="{5B1444EB-C062-408E-8A84-56A0446A85A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83235C9-A0E0-4F63-BF01-F09F628CE3B1}" type="pres">
      <dgm:prSet presAssocID="{5B1444EB-C062-408E-8A84-56A0446A85A8}" presName="negativeSpace" presStyleCnt="0"/>
      <dgm:spPr/>
    </dgm:pt>
    <dgm:pt modelId="{74880197-E98C-40D2-9476-E39D06D50028}" type="pres">
      <dgm:prSet presAssocID="{5B1444EB-C062-408E-8A84-56A0446A85A8}" presName="childText" presStyleLbl="conFgAcc1" presStyleIdx="0" presStyleCnt="2">
        <dgm:presLayoutVars>
          <dgm:bulletEnabled val="1"/>
        </dgm:presLayoutVars>
      </dgm:prSet>
      <dgm:spPr/>
    </dgm:pt>
    <dgm:pt modelId="{2994834C-0DA9-4A1D-A513-95FB9A9E440F}" type="pres">
      <dgm:prSet presAssocID="{2BACD498-094E-4979-8DA7-E559DDC419E0}" presName="spaceBetweenRectangles" presStyleCnt="0"/>
      <dgm:spPr/>
    </dgm:pt>
    <dgm:pt modelId="{BAED8ABF-948A-4886-9A47-ACCF00783EA9}" type="pres">
      <dgm:prSet presAssocID="{8EBC01AE-EB4E-48A2-BB4D-31D17159D583}" presName="parentLin" presStyleCnt="0"/>
      <dgm:spPr/>
    </dgm:pt>
    <dgm:pt modelId="{9FA97A02-60C6-4A3E-903F-37ADAFE1A09C}" type="pres">
      <dgm:prSet presAssocID="{8EBC01AE-EB4E-48A2-BB4D-31D17159D583}" presName="parentLeftMargin" presStyleLbl="node1" presStyleIdx="0" presStyleCnt="2"/>
      <dgm:spPr/>
    </dgm:pt>
    <dgm:pt modelId="{A79B1459-E2AB-4107-97F2-9EB29671E07D}" type="pres">
      <dgm:prSet presAssocID="{8EBC01AE-EB4E-48A2-BB4D-31D17159D58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35B2411-DF9A-4612-93D9-69A1F098D85E}" type="pres">
      <dgm:prSet presAssocID="{8EBC01AE-EB4E-48A2-BB4D-31D17159D583}" presName="negativeSpace" presStyleCnt="0"/>
      <dgm:spPr/>
    </dgm:pt>
    <dgm:pt modelId="{7B92F64F-58DD-4E9F-890F-6B5F04F8863B}" type="pres">
      <dgm:prSet presAssocID="{8EBC01AE-EB4E-48A2-BB4D-31D17159D58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E9685A03-D91C-4C53-BD8B-BD3101143E68}" type="presOf" srcId="{921B43D2-CEE3-48DA-A693-5E445C2CB29B}" destId="{74880197-E98C-40D2-9476-E39D06D50028}" srcOrd="0" destOrd="0" presId="urn:microsoft.com/office/officeart/2005/8/layout/list1"/>
    <dgm:cxn modelId="{5A9DFD10-E1BC-4459-B9B9-FA98949EFEC5}" type="presOf" srcId="{8EBC01AE-EB4E-48A2-BB4D-31D17159D583}" destId="{A79B1459-E2AB-4107-97F2-9EB29671E07D}" srcOrd="1" destOrd="0" presId="urn:microsoft.com/office/officeart/2005/8/layout/list1"/>
    <dgm:cxn modelId="{54DCC515-1549-404E-A46D-82153CB8837B}" srcId="{35661EF1-D49E-4674-A27D-A562AF0AD42A}" destId="{42E0C940-CA93-4B98-9BBE-E9B6A0D34749}" srcOrd="0" destOrd="0" parTransId="{621A94A6-248B-4CBA-AC5E-67B6B3513EFA}" sibTransId="{4203940B-6993-49E4-A8EF-6CC330424066}"/>
    <dgm:cxn modelId="{CC4E341A-39A5-45E0-A7B4-F3FC98D9A6A1}" type="presOf" srcId="{B19C5310-82E8-480F-8A5D-E16EBB2A69DF}" destId="{7B92F64F-58DD-4E9F-890F-6B5F04F8863B}" srcOrd="0" destOrd="2" presId="urn:microsoft.com/office/officeart/2005/8/layout/list1"/>
    <dgm:cxn modelId="{59CB8F2A-AD4A-4BD8-9910-5178AD704669}" type="presOf" srcId="{9581BA07-AF99-4CCB-8EBA-92899345EC67}" destId="{7B92F64F-58DD-4E9F-890F-6B5F04F8863B}" srcOrd="0" destOrd="3" presId="urn:microsoft.com/office/officeart/2005/8/layout/list1"/>
    <dgm:cxn modelId="{268F7631-8A2F-4911-AD6F-03D36E1A5641}" srcId="{969915B9-2772-44BB-A9B9-B869A1922395}" destId="{66B4BC81-9613-426F-86FB-473D80DCEB60}" srcOrd="0" destOrd="0" parTransId="{5B19A445-490C-478B-BF57-F6E5D88B94FE}" sibTransId="{542FCA90-7FF6-4389-9D27-0D888A77C18C}"/>
    <dgm:cxn modelId="{2054F035-1B35-485F-9AD9-775EF49D6195}" type="presOf" srcId="{C6ADE2C3-2143-49AA-9901-6E19C3D1AD69}" destId="{5047FBF5-962A-4AD9-9D05-A2C9436CDFBD}" srcOrd="0" destOrd="0" presId="urn:microsoft.com/office/officeart/2005/8/layout/list1"/>
    <dgm:cxn modelId="{E5CD1B66-964A-43FD-B296-9824397D3AC2}" type="presOf" srcId="{969915B9-2772-44BB-A9B9-B869A1922395}" destId="{7B92F64F-58DD-4E9F-890F-6B5F04F8863B}" srcOrd="0" destOrd="0" presId="urn:microsoft.com/office/officeart/2005/8/layout/list1"/>
    <dgm:cxn modelId="{6D95CD47-12CE-44D7-A292-AA847E007A6C}" type="presOf" srcId="{35661EF1-D49E-4674-A27D-A562AF0AD42A}" destId="{74880197-E98C-40D2-9476-E39D06D50028}" srcOrd="0" destOrd="1" presId="urn:microsoft.com/office/officeart/2005/8/layout/list1"/>
    <dgm:cxn modelId="{775B044D-CE89-4716-82C1-97F97CE9512C}" srcId="{C6ADE2C3-2143-49AA-9901-6E19C3D1AD69}" destId="{8EBC01AE-EB4E-48A2-BB4D-31D17159D583}" srcOrd="1" destOrd="0" parTransId="{E9D2CD2F-C29B-4871-B557-C600DF2C0320}" sibTransId="{56E13C45-E004-4BC3-A826-3E4CA17F6E71}"/>
    <dgm:cxn modelId="{56F5A151-18B3-4529-8CC8-7AB1EDD80D83}" type="presOf" srcId="{42E0C940-CA93-4B98-9BBE-E9B6A0D34749}" destId="{74880197-E98C-40D2-9476-E39D06D50028}" srcOrd="0" destOrd="2" presId="urn:microsoft.com/office/officeart/2005/8/layout/list1"/>
    <dgm:cxn modelId="{52278EA0-121B-451E-95B7-993DFC7B43DF}" type="presOf" srcId="{8EBC01AE-EB4E-48A2-BB4D-31D17159D583}" destId="{9FA97A02-60C6-4A3E-903F-37ADAFE1A09C}" srcOrd="0" destOrd="0" presId="urn:microsoft.com/office/officeart/2005/8/layout/list1"/>
    <dgm:cxn modelId="{47D642A5-61F3-492B-B63D-AD67CE4DABEF}" srcId="{8EBC01AE-EB4E-48A2-BB4D-31D17159D583}" destId="{9581BA07-AF99-4CCB-8EBA-92899345EC67}" srcOrd="1" destOrd="0" parTransId="{8C251AAF-C179-4F23-9A52-C600AD829138}" sibTransId="{65C17EDC-9BFE-4464-BA24-CFE1648F9325}"/>
    <dgm:cxn modelId="{F83B85A8-F3E6-49D0-8670-3BC120293991}" srcId="{5B1444EB-C062-408E-8A84-56A0446A85A8}" destId="{35661EF1-D49E-4674-A27D-A562AF0AD42A}" srcOrd="1" destOrd="0" parTransId="{39F21C3A-FD38-4EF2-8419-364374C46F2D}" sibTransId="{B7A6519F-9B40-4C5B-BF1E-1FF0B89A89E7}"/>
    <dgm:cxn modelId="{C9B3BCB8-115E-4226-ABC9-AA45A4069ACA}" srcId="{5B1444EB-C062-408E-8A84-56A0446A85A8}" destId="{921B43D2-CEE3-48DA-A693-5E445C2CB29B}" srcOrd="0" destOrd="0" parTransId="{89010F4C-3E19-462A-95F9-8F268BFA76AF}" sibTransId="{8168259C-5E26-4D8B-A3AA-71F91E32E352}"/>
    <dgm:cxn modelId="{D42103CA-A6AC-4226-BF27-571303C18706}" srcId="{969915B9-2772-44BB-A9B9-B869A1922395}" destId="{B19C5310-82E8-480F-8A5D-E16EBB2A69DF}" srcOrd="1" destOrd="0" parTransId="{CECADFF2-10C4-4F31-8CFB-DDA08B6FB363}" sibTransId="{84A92897-2683-4A1F-A4C0-3C90859FE159}"/>
    <dgm:cxn modelId="{EDD68ED7-9A62-4491-B362-00F0401AAD65}" type="presOf" srcId="{5B1444EB-C062-408E-8A84-56A0446A85A8}" destId="{9B317461-AC89-4F15-A031-97D4FB9F5905}" srcOrd="0" destOrd="0" presId="urn:microsoft.com/office/officeart/2005/8/layout/list1"/>
    <dgm:cxn modelId="{2C696BED-06BB-4696-A587-DB3571865AF1}" type="presOf" srcId="{5B1444EB-C062-408E-8A84-56A0446A85A8}" destId="{1B2319B9-36F2-4B69-934B-04D983220E23}" srcOrd="1" destOrd="0" presId="urn:microsoft.com/office/officeart/2005/8/layout/list1"/>
    <dgm:cxn modelId="{096DDFED-DBDF-4BD7-A6D4-55C50DAEBA6D}" srcId="{8EBC01AE-EB4E-48A2-BB4D-31D17159D583}" destId="{969915B9-2772-44BB-A9B9-B869A1922395}" srcOrd="0" destOrd="0" parTransId="{2DF42466-A228-48EB-B16A-C3EE957150CF}" sibTransId="{267EE356-5405-4490-B013-0712FFC1FA73}"/>
    <dgm:cxn modelId="{C0E13DF8-4709-4725-BE80-59C33DE1704F}" srcId="{C6ADE2C3-2143-49AA-9901-6E19C3D1AD69}" destId="{5B1444EB-C062-408E-8A84-56A0446A85A8}" srcOrd="0" destOrd="0" parTransId="{B07E0E64-5A08-44AB-A133-D85DA1326CAC}" sibTransId="{2BACD498-094E-4979-8DA7-E559DDC419E0}"/>
    <dgm:cxn modelId="{5DCC23FB-AB9F-41CF-8F48-B284C30036AA}" type="presOf" srcId="{66B4BC81-9613-426F-86FB-473D80DCEB60}" destId="{7B92F64F-58DD-4E9F-890F-6B5F04F8863B}" srcOrd="0" destOrd="1" presId="urn:microsoft.com/office/officeart/2005/8/layout/list1"/>
    <dgm:cxn modelId="{FC8D5604-AA89-4656-8238-836D1CAE8393}" type="presParOf" srcId="{5047FBF5-962A-4AD9-9D05-A2C9436CDFBD}" destId="{568ED294-D558-42BE-A735-9A9412995858}" srcOrd="0" destOrd="0" presId="urn:microsoft.com/office/officeart/2005/8/layout/list1"/>
    <dgm:cxn modelId="{B9E6D3B6-939D-47D4-A0EF-69272FBDD7D6}" type="presParOf" srcId="{568ED294-D558-42BE-A735-9A9412995858}" destId="{9B317461-AC89-4F15-A031-97D4FB9F5905}" srcOrd="0" destOrd="0" presId="urn:microsoft.com/office/officeart/2005/8/layout/list1"/>
    <dgm:cxn modelId="{3FA1DC07-91F3-4E58-A74D-C565B2DAB2A9}" type="presParOf" srcId="{568ED294-D558-42BE-A735-9A9412995858}" destId="{1B2319B9-36F2-4B69-934B-04D983220E23}" srcOrd="1" destOrd="0" presId="urn:microsoft.com/office/officeart/2005/8/layout/list1"/>
    <dgm:cxn modelId="{A5456156-3E8B-4FC6-B998-CFFE417521F6}" type="presParOf" srcId="{5047FBF5-962A-4AD9-9D05-A2C9436CDFBD}" destId="{D83235C9-A0E0-4F63-BF01-F09F628CE3B1}" srcOrd="1" destOrd="0" presId="urn:microsoft.com/office/officeart/2005/8/layout/list1"/>
    <dgm:cxn modelId="{63566148-78C0-46BF-839F-5650CFC0E457}" type="presParOf" srcId="{5047FBF5-962A-4AD9-9D05-A2C9436CDFBD}" destId="{74880197-E98C-40D2-9476-E39D06D50028}" srcOrd="2" destOrd="0" presId="urn:microsoft.com/office/officeart/2005/8/layout/list1"/>
    <dgm:cxn modelId="{759A84B9-ADB0-4D84-85C1-E97057440174}" type="presParOf" srcId="{5047FBF5-962A-4AD9-9D05-A2C9436CDFBD}" destId="{2994834C-0DA9-4A1D-A513-95FB9A9E440F}" srcOrd="3" destOrd="0" presId="urn:microsoft.com/office/officeart/2005/8/layout/list1"/>
    <dgm:cxn modelId="{673F4FD1-8651-404B-A52B-CED83DA540C4}" type="presParOf" srcId="{5047FBF5-962A-4AD9-9D05-A2C9436CDFBD}" destId="{BAED8ABF-948A-4886-9A47-ACCF00783EA9}" srcOrd="4" destOrd="0" presId="urn:microsoft.com/office/officeart/2005/8/layout/list1"/>
    <dgm:cxn modelId="{BD90F369-4240-44DC-B337-BCF2FF8DFEA7}" type="presParOf" srcId="{BAED8ABF-948A-4886-9A47-ACCF00783EA9}" destId="{9FA97A02-60C6-4A3E-903F-37ADAFE1A09C}" srcOrd="0" destOrd="0" presId="urn:microsoft.com/office/officeart/2005/8/layout/list1"/>
    <dgm:cxn modelId="{14ED5CC6-AEC5-4D30-835F-981E589F71EB}" type="presParOf" srcId="{BAED8ABF-948A-4886-9A47-ACCF00783EA9}" destId="{A79B1459-E2AB-4107-97F2-9EB29671E07D}" srcOrd="1" destOrd="0" presId="urn:microsoft.com/office/officeart/2005/8/layout/list1"/>
    <dgm:cxn modelId="{03C78749-50D2-4E6D-9037-F7754CB84BC7}" type="presParOf" srcId="{5047FBF5-962A-4AD9-9D05-A2C9436CDFBD}" destId="{235B2411-DF9A-4612-93D9-69A1F098D85E}" srcOrd="5" destOrd="0" presId="urn:microsoft.com/office/officeart/2005/8/layout/list1"/>
    <dgm:cxn modelId="{F7188997-5F0D-4CFD-A974-736E5097A111}" type="presParOf" srcId="{5047FBF5-962A-4AD9-9D05-A2C9436CDFBD}" destId="{7B92F64F-58DD-4E9F-890F-6B5F04F8863B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FB2990-D587-4623-8D3B-2A5B45C4E8A4}">
      <dsp:nvSpPr>
        <dsp:cNvPr id="0" name=""/>
        <dsp:cNvSpPr/>
      </dsp:nvSpPr>
      <dsp:spPr>
        <a:xfrm>
          <a:off x="3487" y="88568"/>
          <a:ext cx="3400312" cy="547200"/>
        </a:xfrm>
        <a:prstGeom prst="rect">
          <a:avLst/>
        </a:prstGeom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F91725-B64C-492C-900B-A88931A666E2}">
      <dsp:nvSpPr>
        <dsp:cNvPr id="0" name=""/>
        <dsp:cNvSpPr/>
      </dsp:nvSpPr>
      <dsp:spPr>
        <a:xfrm>
          <a:off x="3487" y="635768"/>
          <a:ext cx="3400312" cy="2515663"/>
        </a:xfrm>
        <a:prstGeom prst="rect">
          <a:avLst/>
        </a:prstGeom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FADDE7-6F75-43FA-A50A-B560AEA5AD02}">
      <dsp:nvSpPr>
        <dsp:cNvPr id="0" name=""/>
        <dsp:cNvSpPr/>
      </dsp:nvSpPr>
      <dsp:spPr>
        <a:xfrm>
          <a:off x="3879843" y="88568"/>
          <a:ext cx="3400312" cy="547200"/>
        </a:xfrm>
        <a:prstGeom prst="rect">
          <a:avLst/>
        </a:prstGeom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8B177C-E34B-495F-B152-D92066CAA418}">
      <dsp:nvSpPr>
        <dsp:cNvPr id="0" name=""/>
        <dsp:cNvSpPr/>
      </dsp:nvSpPr>
      <dsp:spPr>
        <a:xfrm>
          <a:off x="3879843" y="635768"/>
          <a:ext cx="3400312" cy="2515663"/>
        </a:xfrm>
        <a:prstGeom prst="rect">
          <a:avLst/>
        </a:prstGeom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4B94C0-D7B4-41F1-87EE-AF8A5A17143F}">
      <dsp:nvSpPr>
        <dsp:cNvPr id="0" name=""/>
        <dsp:cNvSpPr/>
      </dsp:nvSpPr>
      <dsp:spPr>
        <a:xfrm>
          <a:off x="7756200" y="88568"/>
          <a:ext cx="3400312" cy="547200"/>
        </a:xfrm>
        <a:prstGeom prst="rect">
          <a:avLst/>
        </a:prstGeom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6A583B-4AF7-4410-AF00-605338337040}">
      <dsp:nvSpPr>
        <dsp:cNvPr id="0" name=""/>
        <dsp:cNvSpPr/>
      </dsp:nvSpPr>
      <dsp:spPr>
        <a:xfrm>
          <a:off x="7756200" y="635768"/>
          <a:ext cx="3400312" cy="2515663"/>
        </a:xfrm>
        <a:prstGeom prst="rect">
          <a:avLst/>
        </a:prstGeom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BA0183-8553-4557-99FA-F02DEB8A532C}">
      <dsp:nvSpPr>
        <dsp:cNvPr id="0" name=""/>
        <dsp:cNvSpPr/>
      </dsp:nvSpPr>
      <dsp:spPr>
        <a:xfrm>
          <a:off x="4195" y="80011"/>
          <a:ext cx="2522988" cy="547200"/>
        </a:xfrm>
        <a:prstGeom prst="rect">
          <a:avLst/>
        </a:prstGeom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30A778-522C-44E9-9ED1-1C8EAD607456}">
      <dsp:nvSpPr>
        <dsp:cNvPr id="0" name=""/>
        <dsp:cNvSpPr/>
      </dsp:nvSpPr>
      <dsp:spPr>
        <a:xfrm>
          <a:off x="4195" y="627211"/>
          <a:ext cx="2522988" cy="2532777"/>
        </a:xfrm>
        <a:prstGeom prst="rect">
          <a:avLst/>
        </a:prstGeom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920C5B-CBC7-405A-B4F5-2B1E25C6DBD8}">
      <dsp:nvSpPr>
        <dsp:cNvPr id="0" name=""/>
        <dsp:cNvSpPr/>
      </dsp:nvSpPr>
      <dsp:spPr>
        <a:xfrm>
          <a:off x="2880402" y="80011"/>
          <a:ext cx="2522988" cy="547200"/>
        </a:xfrm>
        <a:prstGeom prst="rect">
          <a:avLst/>
        </a:prstGeom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5E4914-842C-42AF-867A-305AE4AF7822}">
      <dsp:nvSpPr>
        <dsp:cNvPr id="0" name=""/>
        <dsp:cNvSpPr/>
      </dsp:nvSpPr>
      <dsp:spPr>
        <a:xfrm>
          <a:off x="2880402" y="627211"/>
          <a:ext cx="2522988" cy="2532777"/>
        </a:xfrm>
        <a:prstGeom prst="rect">
          <a:avLst/>
        </a:prstGeom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6F4146-05FA-4E97-BD60-371C789465FE}">
      <dsp:nvSpPr>
        <dsp:cNvPr id="0" name=""/>
        <dsp:cNvSpPr/>
      </dsp:nvSpPr>
      <dsp:spPr>
        <a:xfrm>
          <a:off x="5756609" y="80011"/>
          <a:ext cx="2522988" cy="547200"/>
        </a:xfrm>
        <a:prstGeom prst="rect">
          <a:avLst/>
        </a:prstGeom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1EF500-0232-476E-9AA7-D7A1C25DFC4D}">
      <dsp:nvSpPr>
        <dsp:cNvPr id="0" name=""/>
        <dsp:cNvSpPr/>
      </dsp:nvSpPr>
      <dsp:spPr>
        <a:xfrm>
          <a:off x="5756609" y="627211"/>
          <a:ext cx="2522988" cy="2532777"/>
        </a:xfrm>
        <a:prstGeom prst="rect">
          <a:avLst/>
        </a:prstGeom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8F0731-1C32-4FAC-9830-9B95F31BDE5B}">
      <dsp:nvSpPr>
        <dsp:cNvPr id="0" name=""/>
        <dsp:cNvSpPr/>
      </dsp:nvSpPr>
      <dsp:spPr>
        <a:xfrm>
          <a:off x="8632815" y="80011"/>
          <a:ext cx="2522988" cy="547200"/>
        </a:xfrm>
        <a:prstGeom prst="rect">
          <a:avLst/>
        </a:prstGeom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24D687-E604-4722-A4EC-7A42BDB75A1C}">
      <dsp:nvSpPr>
        <dsp:cNvPr id="0" name=""/>
        <dsp:cNvSpPr/>
      </dsp:nvSpPr>
      <dsp:spPr>
        <a:xfrm>
          <a:off x="8637003" y="602288"/>
          <a:ext cx="2522988" cy="2532777"/>
        </a:xfrm>
        <a:prstGeom prst="rect">
          <a:avLst/>
        </a:prstGeom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C967B9-95E2-4F22-974A-D017711FC2D7}">
      <dsp:nvSpPr>
        <dsp:cNvPr id="0" name=""/>
        <dsp:cNvSpPr/>
      </dsp:nvSpPr>
      <dsp:spPr>
        <a:xfrm>
          <a:off x="54" y="401490"/>
          <a:ext cx="5214902" cy="691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dirty="0" err="1"/>
            <a:t>SystemMessages</a:t>
          </a:r>
          <a:endParaRPr lang="de-DE" sz="2400" kern="1200" dirty="0"/>
        </a:p>
      </dsp:txBody>
      <dsp:txXfrm>
        <a:off x="54" y="401490"/>
        <a:ext cx="5214902" cy="691200"/>
      </dsp:txXfrm>
    </dsp:sp>
    <dsp:sp modelId="{4F3F9D98-76B6-42E7-955B-F3705AC4452F}">
      <dsp:nvSpPr>
        <dsp:cNvPr id="0" name=""/>
        <dsp:cNvSpPr/>
      </dsp:nvSpPr>
      <dsp:spPr>
        <a:xfrm>
          <a:off x="54" y="1092690"/>
          <a:ext cx="5214902" cy="17458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400" kern="1200" dirty="0"/>
            <a:t>Verwaltet Systemnachrichten in Wartschlage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400" kern="1200" dirty="0"/>
            <a:t>Anzeige über GUI-</a:t>
          </a:r>
          <a:r>
            <a:rPr lang="de-DE" sz="2400" kern="1200" dirty="0" err="1"/>
            <a:t>Callbacks</a:t>
          </a:r>
          <a:r>
            <a:rPr lang="de-DE" sz="2400" kern="1200" dirty="0"/>
            <a:t> oder </a:t>
          </a:r>
          <a:r>
            <a:rPr lang="de-DE" sz="2400" kern="1200" dirty="0" err="1"/>
            <a:t>Tkinter</a:t>
          </a:r>
          <a:r>
            <a:rPr lang="de-DE" sz="2400" kern="1200" dirty="0"/>
            <a:t>-Label-Aktualisierung</a:t>
          </a:r>
        </a:p>
      </dsp:txBody>
      <dsp:txXfrm>
        <a:off x="54" y="1092690"/>
        <a:ext cx="5214902" cy="1745820"/>
      </dsp:txXfrm>
    </dsp:sp>
    <dsp:sp modelId="{0388FFD8-C7F3-422A-8ACD-F37B57043B9E}">
      <dsp:nvSpPr>
        <dsp:cNvPr id="0" name=""/>
        <dsp:cNvSpPr/>
      </dsp:nvSpPr>
      <dsp:spPr>
        <a:xfrm>
          <a:off x="5945043" y="401490"/>
          <a:ext cx="5214902" cy="691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dirty="0"/>
            <a:t>Trie</a:t>
          </a:r>
        </a:p>
      </dsp:txBody>
      <dsp:txXfrm>
        <a:off x="5945043" y="401490"/>
        <a:ext cx="5214902" cy="691200"/>
      </dsp:txXfrm>
    </dsp:sp>
    <dsp:sp modelId="{D9752ADB-1534-454C-9CDF-E950D37327CB}">
      <dsp:nvSpPr>
        <dsp:cNvPr id="0" name=""/>
        <dsp:cNvSpPr/>
      </dsp:nvSpPr>
      <dsp:spPr>
        <a:xfrm>
          <a:off x="5945043" y="1092690"/>
          <a:ext cx="5214902" cy="17458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400" kern="1200" dirty="0"/>
            <a:t>Effiziente Präfixsuche</a:t>
          </a:r>
          <a:r>
            <a:rPr lang="de-DE" sz="2400" kern="1200"/>
            <a:t>/Autovervollständigung</a:t>
          </a:r>
          <a:endParaRPr lang="de-DE" sz="2400" kern="1200" dirty="0"/>
        </a:p>
      </dsp:txBody>
      <dsp:txXfrm>
        <a:off x="5945043" y="1092690"/>
        <a:ext cx="5214902" cy="174582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D90F33-9404-46AD-A1B3-9A821AC59BDF}">
      <dsp:nvSpPr>
        <dsp:cNvPr id="0" name=""/>
        <dsp:cNvSpPr/>
      </dsp:nvSpPr>
      <dsp:spPr>
        <a:xfrm>
          <a:off x="909364" y="758290"/>
          <a:ext cx="1703062" cy="11359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2456" rIns="92456" bIns="9245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langsam, wenn es viele mögliche Endungen gibt</a:t>
          </a:r>
        </a:p>
      </dsp:txBody>
      <dsp:txXfrm>
        <a:off x="1181854" y="758290"/>
        <a:ext cx="1430572" cy="1135942"/>
      </dsp:txXfrm>
    </dsp:sp>
    <dsp:sp modelId="{000715B6-E72F-4157-B03E-7981F6333234}">
      <dsp:nvSpPr>
        <dsp:cNvPr id="0" name=""/>
        <dsp:cNvSpPr/>
      </dsp:nvSpPr>
      <dsp:spPr>
        <a:xfrm>
          <a:off x="909364" y="1894233"/>
          <a:ext cx="1703062" cy="11359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2456" rIns="92456" bIns="9245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Ansonsten so schnell wie AVL</a:t>
          </a:r>
        </a:p>
      </dsp:txBody>
      <dsp:txXfrm>
        <a:off x="1181854" y="1894233"/>
        <a:ext cx="1430572" cy="1135942"/>
      </dsp:txXfrm>
    </dsp:sp>
    <dsp:sp modelId="{0DBCD66E-5257-4C6A-B1CF-715C49C3CD66}">
      <dsp:nvSpPr>
        <dsp:cNvPr id="0" name=""/>
        <dsp:cNvSpPr/>
      </dsp:nvSpPr>
      <dsp:spPr>
        <a:xfrm>
          <a:off x="1064" y="304140"/>
          <a:ext cx="1135375" cy="11353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200" kern="1200"/>
            <a:t>Trie</a:t>
          </a:r>
        </a:p>
      </dsp:txBody>
      <dsp:txXfrm>
        <a:off x="167336" y="470412"/>
        <a:ext cx="802831" cy="802831"/>
      </dsp:txXfrm>
    </dsp:sp>
    <dsp:sp modelId="{A07BB88B-A88D-4C68-ACC6-CEBB17E40C97}">
      <dsp:nvSpPr>
        <dsp:cNvPr id="0" name=""/>
        <dsp:cNvSpPr/>
      </dsp:nvSpPr>
      <dsp:spPr>
        <a:xfrm>
          <a:off x="3747802" y="758290"/>
          <a:ext cx="1703062" cy="113594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2456" rIns="92456" bIns="92456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/>
            <a:t>Relativ konstante Geschwindigkeit</a:t>
          </a:r>
        </a:p>
      </dsp:txBody>
      <dsp:txXfrm>
        <a:off x="4020292" y="758290"/>
        <a:ext cx="1430572" cy="1135942"/>
      </dsp:txXfrm>
    </dsp:sp>
    <dsp:sp modelId="{737937FE-ECBB-466B-AB90-CCCD5E508A07}">
      <dsp:nvSpPr>
        <dsp:cNvPr id="0" name=""/>
        <dsp:cNvSpPr/>
      </dsp:nvSpPr>
      <dsp:spPr>
        <a:xfrm>
          <a:off x="2839502" y="304140"/>
          <a:ext cx="1135375" cy="113537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200" kern="1200"/>
            <a:t>AVL</a:t>
          </a:r>
        </a:p>
      </dsp:txBody>
      <dsp:txXfrm>
        <a:off x="3005774" y="470412"/>
        <a:ext cx="802831" cy="80283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880197-E98C-40D2-9476-E39D06D50028}">
      <dsp:nvSpPr>
        <dsp:cNvPr id="0" name=""/>
        <dsp:cNvSpPr/>
      </dsp:nvSpPr>
      <dsp:spPr>
        <a:xfrm>
          <a:off x="0" y="506173"/>
          <a:ext cx="10294621" cy="1767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8977" tIns="687324" rIns="79897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000" kern="1200"/>
            <a:t>Produktname muss in Transaktion vorhanden sein, sonst return 0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000" kern="1200"/>
            <a:t>1. Buchstabe des Produktnamens als Kleinbuchstabe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000" kern="1200"/>
            <a:t>Folge: Clustering in den ersten 25 Buckets, viele Kollisionen</a:t>
          </a:r>
        </a:p>
      </dsp:txBody>
      <dsp:txXfrm>
        <a:off x="0" y="506173"/>
        <a:ext cx="10294621" cy="1767150"/>
      </dsp:txXfrm>
    </dsp:sp>
    <dsp:sp modelId="{1B2319B9-36F2-4B69-934B-04D983220E23}">
      <dsp:nvSpPr>
        <dsp:cNvPr id="0" name=""/>
        <dsp:cNvSpPr/>
      </dsp:nvSpPr>
      <dsp:spPr>
        <a:xfrm>
          <a:off x="514731" y="19093"/>
          <a:ext cx="7206234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2379" tIns="0" rIns="27237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Alte Hash-Funktion</a:t>
          </a:r>
        </a:p>
      </dsp:txBody>
      <dsp:txXfrm>
        <a:off x="562286" y="66648"/>
        <a:ext cx="7111124" cy="879050"/>
      </dsp:txXfrm>
    </dsp:sp>
    <dsp:sp modelId="{7B92F64F-58DD-4E9F-890F-6B5F04F8863B}">
      <dsp:nvSpPr>
        <dsp:cNvPr id="0" name=""/>
        <dsp:cNvSpPr/>
      </dsp:nvSpPr>
      <dsp:spPr>
        <a:xfrm>
          <a:off x="0" y="2938603"/>
          <a:ext cx="10294621" cy="21309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8977" tIns="687324" rIns="79897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000" kern="1200"/>
            <a:t>Alle 5 Attribute der Transaktion werden zu einem String verbunden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000" kern="1200"/>
            <a:t>Zeitstempel &amp; Preis unterscheiden Transaktion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000" kern="1200"/>
            <a:t>Werte verteilen sich gleichmäßig auf alle 1024 Buckets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2000" kern="1200"/>
            <a:t>Polynom-Hash</a:t>
          </a:r>
        </a:p>
      </dsp:txBody>
      <dsp:txXfrm>
        <a:off x="0" y="2938603"/>
        <a:ext cx="10294621" cy="2130975"/>
      </dsp:txXfrm>
    </dsp:sp>
    <dsp:sp modelId="{A79B1459-E2AB-4107-97F2-9EB29671E07D}">
      <dsp:nvSpPr>
        <dsp:cNvPr id="0" name=""/>
        <dsp:cNvSpPr/>
      </dsp:nvSpPr>
      <dsp:spPr>
        <a:xfrm>
          <a:off x="514731" y="2451523"/>
          <a:ext cx="7206234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2379" tIns="0" rIns="27237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/>
            <a:t>Neue Hash-Funktion</a:t>
          </a:r>
        </a:p>
      </dsp:txBody>
      <dsp:txXfrm>
        <a:off x="562286" y="2499078"/>
        <a:ext cx="7111124" cy="879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9">
  <dgm:title val=""/>
  <dgm:desc val=""/>
  <dgm:catLst>
    <dgm:cat type="list" pri="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3" srcId="0" destId="1" srcOrd="0" destOrd="0"/>
        <dgm:cxn modelId="4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2"/>
        <dgm:pt modelId="21"/>
        <dgm:pt modelId="22"/>
        <dgm:pt modelId="23"/>
        <dgm:pt modelId="24"/>
        <dgm:pt modelId="3"/>
        <dgm:pt modelId="31"/>
        <dgm:pt modelId="32"/>
        <dgm:pt modelId="33"/>
        <dgm:pt modelId="34"/>
      </dgm:ptLst>
      <dgm:cxnLst>
        <dgm:cxn modelId="4" srcId="0" destId="1" srcOrd="0" destOrd="0"/>
        <dgm:cxn modelId="5" srcId="0" destId="2" srcOrd="1" destOrd="0"/>
        <dgm:cxn modelId="6" srcId="0" destId="3" srcOrd="1" destOrd="0"/>
        <dgm:cxn modelId="15" srcId="1" destId="11" srcOrd="0" destOrd="0"/>
        <dgm:cxn modelId="16" srcId="1" destId="12" srcOrd="0" destOrd="0"/>
        <dgm:cxn modelId="17" srcId="1" destId="13" srcOrd="0" destOrd="0"/>
        <dgm:cxn modelId="18" srcId="1" destId="14" srcOrd="0" destOrd="0"/>
        <dgm:cxn modelId="25" srcId="2" destId="21" srcOrd="0" destOrd="0"/>
        <dgm:cxn modelId="26" srcId="2" destId="22" srcOrd="0" destOrd="0"/>
        <dgm:cxn modelId="27" srcId="2" destId="23" srcOrd="0" destOrd="0"/>
        <dgm:cxn modelId="28" srcId="2" destId="24" srcOrd="0" destOrd="0"/>
        <dgm:cxn modelId="35" srcId="3" destId="31" srcOrd="0" destOrd="0"/>
        <dgm:cxn modelId="36" srcId="3" destId="32" srcOrd="0" destOrd="0"/>
        <dgm:cxn modelId="37" srcId="3" destId="33" srcOrd="0" destOrd="0"/>
        <dgm:cxn modelId="38" srcId="3" destId="34" srcOrd="0" destOrd="0"/>
      </dgm:cxnLst>
      <dgm:bg/>
      <dgm:whole/>
    </dgm:dataModel>
  </dgm:clrData>
  <dgm:layoutNode name="list">
    <dgm:varLst>
      <dgm:dir/>
      <dgm:animLvl val="lvl"/>
    </dgm:varLst>
    <dgm:choose name="Name0">
      <dgm:if name="Name1" func="var" arg="dir" op="equ" val="norm">
        <dgm:alg type="lin">
          <dgm:param type="linDir" val="fromL"/>
          <dgm:param type="fallback" val="2D"/>
          <dgm:param type="nodeVertAlign" val="t"/>
        </dgm:alg>
      </dgm:if>
      <dgm:else name="Name2">
        <dgm:alg type="lin">
          <dgm:param type="linDir" val="fromR"/>
          <dgm:param type="fallback" val="2D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ircle" refType="w" fact="0.5"/>
      <dgm:constr type="w" for="ch" forName="vertFlow" refType="w" fact="0.75"/>
      <dgm:constr type="h" for="des" forName="firstComp" refType="w" refFor="ch" refForName="vertFlow" fact="0.667"/>
      <dgm:constr type="h" for="des" forName="comp" refType="h" refFor="des" refForName="firstComp" op="equ"/>
      <dgm:constr type="h" for="des" forName="topSpace" refType="w" refFor="ch" refForName="circle" op="equ" fact="0.4"/>
      <dgm:constr type="w" for="ch" forName="posSpace" refType="w" fact="0.4"/>
      <dgm:constr type="w" for="ch" forName="negSpace" refType="w" fact="-1.15"/>
      <dgm:constr type="w" for="ch" forName="transSpace" refType="w" fact="0.75"/>
      <dgm:constr type="primFontSz" for="ch" forName="circle" op="equ" val="65"/>
      <dgm:constr type="primFontSz" for="des" forName="firstChildTx" val="65"/>
      <dgm:constr type="primFontSz" for="des" forName="childTx" refType="primFontSz" refFor="des" refForName="firstChildTx" op="equ"/>
    </dgm:constrLst>
    <dgm:ruleLst/>
    <dgm:forEach name="Name3" axis="ch" ptType="node">
      <dgm:layoutNode name="pos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vertFlow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firstComp" refType="w"/>
          <dgm:constr type="w" for="ch" forName="comp" refType="w"/>
        </dgm:constrLst>
        <dgm:ruleLst/>
        <dgm:layoutNode name="top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firstComp">
          <dgm:alg type="composite"/>
          <dgm:shape xmlns:r="http://schemas.openxmlformats.org/officeDocument/2006/relationships" r:blip="">
            <dgm:adjLst/>
          </dgm:shape>
          <dgm:presOf/>
          <dgm:choose name="Name4">
            <dgm:if name="Name5" func="var" arg="dir" op="equ" val="norm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 refType="w" fact="0.16"/>
                <dgm:constr type="r" for="ch" forName="firstChildTx" refType="w"/>
                <dgm:constr type="h" for="ch" forName="firstChildTx" refFor="ch" refForName="firstChild" op="equ"/>
              </dgm:constrLst>
            </dgm:if>
            <dgm:else name="Name6">
              <dgm:constrLst>
                <dgm:constr type="l" for="ch" forName="firstChild"/>
                <dgm:constr type="t" for="ch" forName="firstChild"/>
                <dgm:constr type="w" for="ch" forName="firstChild" refType="w"/>
                <dgm:constr type="h" for="ch" forName="firstChild" refType="h"/>
                <dgm:constr type="l" for="ch" forName="firstChildTx"/>
                <dgm:constr type="r" for="ch" forName="firstChildTx" refType="w" fact="0.825"/>
                <dgm:constr type="h" for="ch" forName="firstChildTx" refFor="ch" refForName="firstChild" op="equ"/>
              </dgm:constrLst>
            </dgm:else>
          </dgm:choose>
          <dgm:ruleLst/>
          <dgm:layoutNode name="firstChild" styleLbl="bgAccFollowNode1">
            <dgm:alg type="sp"/>
            <dgm:shape xmlns:r="http://schemas.openxmlformats.org/officeDocument/2006/relationships" type="rect" r:blip="">
              <dgm:adjLst/>
            </dgm:shape>
            <dgm:presOf axis="ch desOrSelf" ptType="node node" cnt="1 0"/>
            <dgm:constrLst/>
            <dgm:ruleLst/>
          </dgm:layoutNode>
          <dgm:layoutNode name="firstChildTx" styleLbl="bgAccFollowNode1">
            <dgm:varLst>
              <dgm:bulletEnabled val="1"/>
            </dgm:varLst>
            <dgm:alg type="tx">
              <dgm:param type="parTxLTRAlign" val="l"/>
            </dgm:alg>
            <dgm:shape xmlns:r="http://schemas.openxmlformats.org/officeDocument/2006/relationships" type="rect" r:blip="" hideGeom="1">
              <dgm:adjLst/>
            </dgm:shape>
            <dgm:presOf axis="ch desOrSelf" ptType="node node" cnt="1 0"/>
            <dgm:choose name="Name7">
              <dgm:if name="Name8" func="var" arg="dir" op="equ" val="norm">
                <dgm:constrLst>
                  <dgm:constr type="primFontSz" val="65"/>
                  <dgm:constr type="lMarg"/>
                </dgm:constrLst>
              </dgm:if>
              <dgm:else name="Name9">
                <dgm:constrLst>
                  <dgm:constr type="primFontSz" val="65"/>
                  <dgm:constr type="r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forEach name="Name10" axis="ch" ptType="node" st="2">
          <dgm:layoutNode name="comp">
            <dgm:alg type="composite"/>
            <dgm:shape xmlns:r="http://schemas.openxmlformats.org/officeDocument/2006/relationships" r:blip="">
              <dgm:adjLst/>
            </dgm:shape>
            <dgm:presOf/>
            <dgm:choose name="Name11">
              <dgm:if name="Name12" func="var" arg="dir" op="equ" val="norm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 refType="w" fact="0.16"/>
                  <dgm:constr type="r" for="ch" forName="childTx" refType="w"/>
                  <dgm:constr type="h" for="ch" forName="childTx" refFor="ch" refForName="child" op="equ"/>
                </dgm:constrLst>
              </dgm:if>
              <dgm:else name="Name13">
                <dgm:constrLst>
                  <dgm:constr type="l" for="ch" forName="child"/>
                  <dgm:constr type="t" for="ch" forName="child"/>
                  <dgm:constr type="w" for="ch" forName="child" refType="w"/>
                  <dgm:constr type="h" for="ch" forName="child" refType="h"/>
                  <dgm:constr type="l" for="ch" forName="childTx"/>
                  <dgm:constr type="r" for="ch" forName="childTx" refType="w" fact="0.825"/>
                  <dgm:constr type="h" for="ch" forName="childTx" refFor="ch" refForName="child" op="equ"/>
                </dgm:constrLst>
              </dgm:else>
            </dgm:choose>
            <dgm:ruleLst/>
            <dgm:layoutNode name="child" styleLbl="bgAccFollowNode1">
              <dgm:alg type="sp"/>
              <dgm:shape xmlns:r="http://schemas.openxmlformats.org/officeDocument/2006/relationships" type="rect" r:blip="">
                <dgm:adjLst/>
              </dgm:shape>
              <dgm:presOf axis="desOrSelf" ptType="node"/>
              <dgm:constrLst/>
              <dgm:ruleLst/>
            </dgm:layoutNode>
            <dgm:layoutNode name="childTx" styleLbl="bgAccFollowNode1">
              <dgm:varLst>
                <dgm:bulletEnabled val="1"/>
              </dgm:varLst>
              <dgm:alg type="tx">
                <dgm:param type="parTxLTRAlign" val="l"/>
              </dgm:alg>
              <dgm:shape xmlns:r="http://schemas.openxmlformats.org/officeDocument/2006/relationships" type="rect" r:blip="" hideGeom="1">
                <dgm:adjLst/>
              </dgm:shape>
              <dgm:presOf axis="desOrSelf" ptType="node"/>
              <dgm:choose name="Name14">
                <dgm:if name="Name15" func="var" arg="dir" op="equ" val="norm">
                  <dgm:constrLst>
                    <dgm:constr type="primFontSz" val="65"/>
                    <dgm:constr type="lMarg"/>
                  </dgm:constrLst>
                </dgm:if>
                <dgm:else name="Name16">
                  <dgm:constrLst>
                    <dgm:constr type="primFontSz" val="65"/>
                    <dgm:constr type="rMarg"/>
                  </dgm:constrLst>
                </dgm:else>
              </dgm:choose>
              <dgm:ruleLst>
                <dgm:rule type="primFontSz" val="5" fact="NaN" max="NaN"/>
              </dgm:ruleLst>
            </dgm:layoutNode>
          </dgm:layoutNode>
        </dgm:forEach>
      </dgm:layoutNode>
      <dgm:layoutNode name="neg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ircle" styleLbl="node1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lMarg"/>
          <dgm:constr type="rMarg"/>
          <dgm:constr type="tMarg"/>
          <dgm:constr type="bMarg"/>
          <dgm:constr type="h" refType="w"/>
        </dgm:constrLst>
        <dgm:ruleLst>
          <dgm:rule type="primFontSz" val="5" fact="NaN" max="NaN"/>
        </dgm:ruleLst>
      </dgm:layoutNode>
      <dgm:forEach name="Name17" axis="followSib" ptType="sibTrans" cnt="1">
        <dgm:layoutNode name="trans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67CE6DF-5107-D4EB-60A2-9579FDDF01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DBA67D9-2F97-1CB9-0367-421957CADD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de-DE"/>
              <a:t>24.10.2026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1C6DCD-D74F-812E-96FD-69BE83BA7D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0038845-44FC-8C97-441B-C0CC41A98E7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346C83-FD1D-459B-9F99-0A17A7E0645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220854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de-DE"/>
              <a:t>24.10.2026</a:t>
            </a:r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54198F-88EA-4493-9D71-267B3E8427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639353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1024 </a:t>
            </a:r>
            <a:r>
              <a:rPr lang="de-DE" err="1"/>
              <a:t>Buckets</a:t>
            </a:r>
            <a:r>
              <a:rPr lang="de-DE"/>
              <a:t>: 0 – 1023</a:t>
            </a:r>
          </a:p>
          <a:p>
            <a:pPr marL="228600" indent="-228600">
              <a:buAutoNum type="arabicPeriod"/>
            </a:pPr>
            <a:r>
              <a:rPr lang="de-DE"/>
              <a:t>Buchstabe des Produkts: (</a:t>
            </a:r>
            <a:r>
              <a:rPr lang="de-DE" err="1"/>
              <a:t>ord</a:t>
            </a:r>
            <a:r>
              <a:rPr lang="de-DE"/>
              <a:t>(</a:t>
            </a:r>
            <a:r>
              <a:rPr lang="de-DE" err="1"/>
              <a:t>first</a:t>
            </a:r>
            <a:r>
              <a:rPr lang="de-DE"/>
              <a:t>) –</a:t>
            </a:r>
            <a:r>
              <a:rPr lang="de-DE" err="1"/>
              <a:t>ord</a:t>
            </a:r>
            <a:r>
              <a:rPr lang="de-DE"/>
              <a:t>(‚a‘)) % 1024</a:t>
            </a:r>
          </a:p>
          <a:p>
            <a:pPr marL="0" indent="0">
              <a:buNone/>
            </a:pPr>
            <a:r>
              <a:rPr lang="de-DE"/>
              <a:t>Kollision bei </a:t>
            </a:r>
            <a:r>
              <a:rPr lang="de-DE" err="1"/>
              <a:t>geleichem</a:t>
            </a:r>
            <a:r>
              <a:rPr lang="de-DE"/>
              <a:t> Anfangsbuchstaben</a:t>
            </a:r>
          </a:p>
          <a:p>
            <a:pPr marL="228600" indent="-228600">
              <a:buAutoNum type="arabicPeriod"/>
            </a:pPr>
            <a:endParaRPr lang="de-DE"/>
          </a:p>
          <a:p>
            <a:pPr marL="0" indent="0">
              <a:buNone/>
            </a:pPr>
            <a:r>
              <a:rPr lang="de-DE"/>
              <a:t>Neu: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/>
              <a:t>Polynom-Hash: h=(h*31+ord(</a:t>
            </a:r>
            <a:r>
              <a:rPr lang="de-DE" err="1"/>
              <a:t>ch</a:t>
            </a:r>
            <a:r>
              <a:rPr lang="de-DE"/>
              <a:t>)%(2^31 – 1)</a:t>
            </a:r>
          </a:p>
          <a:p>
            <a:pPr marL="0" indent="0">
              <a:buNone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1476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89AFF-BFDC-D163-3BA9-28A6C8AF1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F5C0EDC-1AC9-7068-1249-42B0413E2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A9C6BA8-D0DB-E118-04CB-554CFE6B34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1024 </a:t>
            </a:r>
            <a:r>
              <a:rPr lang="de-DE" err="1"/>
              <a:t>Buckets</a:t>
            </a:r>
            <a:r>
              <a:rPr lang="de-DE"/>
              <a:t>: 0 – 1023</a:t>
            </a:r>
          </a:p>
          <a:p>
            <a:pPr marL="228600" indent="-228600">
              <a:buAutoNum type="arabicPeriod"/>
            </a:pPr>
            <a:r>
              <a:rPr lang="de-DE"/>
              <a:t>Buchstabe des Produkts: (</a:t>
            </a:r>
            <a:r>
              <a:rPr lang="de-DE" err="1"/>
              <a:t>ord</a:t>
            </a:r>
            <a:r>
              <a:rPr lang="de-DE"/>
              <a:t>(</a:t>
            </a:r>
            <a:r>
              <a:rPr lang="de-DE" err="1"/>
              <a:t>first</a:t>
            </a:r>
            <a:r>
              <a:rPr lang="de-DE"/>
              <a:t>) –</a:t>
            </a:r>
            <a:r>
              <a:rPr lang="de-DE" err="1"/>
              <a:t>ord</a:t>
            </a:r>
            <a:r>
              <a:rPr lang="de-DE"/>
              <a:t>(‚a‘)) % 1024</a:t>
            </a:r>
          </a:p>
          <a:p>
            <a:pPr marL="0" indent="0">
              <a:buNone/>
            </a:pPr>
            <a:r>
              <a:rPr lang="de-DE"/>
              <a:t>Kollision bei </a:t>
            </a:r>
            <a:r>
              <a:rPr lang="de-DE" err="1"/>
              <a:t>geleichem</a:t>
            </a:r>
            <a:r>
              <a:rPr lang="de-DE"/>
              <a:t> Anfangsbuchstaben</a:t>
            </a:r>
          </a:p>
          <a:p>
            <a:pPr marL="228600" indent="-228600">
              <a:buAutoNum type="arabicPeriod"/>
            </a:pPr>
            <a:endParaRPr lang="de-DE"/>
          </a:p>
          <a:p>
            <a:pPr marL="0" indent="0">
              <a:buNone/>
            </a:pPr>
            <a:r>
              <a:rPr lang="de-DE"/>
              <a:t>Neu: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/>
              <a:t>Polynom-Hash: h=(h*31+ord(</a:t>
            </a:r>
            <a:r>
              <a:rPr lang="de-DE" err="1"/>
              <a:t>ch</a:t>
            </a:r>
            <a:r>
              <a:rPr lang="de-DE"/>
              <a:t>)%(2^31 – 1)</a:t>
            </a:r>
          </a:p>
          <a:p>
            <a:pPr marL="0" indent="0">
              <a:buNone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5344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de-DE"/>
              <a:t>24.10.2026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FFF9931F-C382-4C34-AAAE-F34A248CED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14801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24.10.2026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931F-C382-4C34-AAAE-F34A248CED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9904539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de-DE"/>
              <a:t>24.10.2026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FF9931F-C382-4C34-AAAE-F34A248CED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5358578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24.10.2026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FF9931F-C382-4C34-AAAE-F34A248CED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7235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24.10.2026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FF9931F-C382-4C34-AAAE-F34A248CED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2831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24.10.2026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931F-C382-4C34-AAAE-F34A248CED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4791963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de-DE"/>
              <a:t>Mastertextformat bearbeiten</a:t>
            </a:r>
          </a:p>
          <a:p>
            <a:pPr marL="228600" lvl="1" indent="-228600"/>
            <a:r>
              <a:rPr lang="de-DE"/>
              <a:t>Zweite Ebene</a:t>
            </a:r>
          </a:p>
          <a:p>
            <a:pPr marL="228600" lvl="2" indent="-228600"/>
            <a:r>
              <a:rPr lang="de-DE"/>
              <a:t>Dritte Ebene</a:t>
            </a:r>
          </a:p>
          <a:p>
            <a:pPr marL="228600" lvl="3" indent="-228600"/>
            <a:r>
              <a:rPr lang="de-DE"/>
              <a:t>Vierte Ebene</a:t>
            </a:r>
          </a:p>
          <a:p>
            <a:pPr marL="228600" lvl="4" indent="-228600"/>
            <a:r>
              <a:rPr lang="de-DE"/>
              <a:t>Fünfte Ebene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24.10.2026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931F-C382-4C34-AAAE-F34A248CED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7309265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24.10.2026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931F-C382-4C34-AAAE-F34A248CED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9815045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24.10.2026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931F-C382-4C34-AAAE-F34A248CED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9965732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de-DE"/>
              <a:t>24.10.2026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931F-C382-4C34-AAAE-F34A248CED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48698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de-DE"/>
              <a:t>24.10.2026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931F-C382-4C34-AAAE-F34A248CED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0434736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de-DE"/>
              <a:t>24.10.2026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FFF9931F-C382-4C34-AAAE-F34A248CEDA0}" type="slidenum">
              <a:rPr lang="de-DE" smtClean="0"/>
              <a:t>‹Nr.›</a:t>
            </a:fld>
            <a:endParaRPr lang="de-DE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7015555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r>
              <a:rPr lang="de-DE"/>
              <a:t>24.10.2026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FF9931F-C382-4C34-AAAE-F34A248CEDA0}" type="slidenum">
              <a:rPr lang="de-DE" smtClean="0"/>
              <a:t>‹Nr.›</a:t>
            </a:fld>
            <a:endParaRPr lang="de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8500767"/>
      </p:ext>
    </p:extLst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de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24.10.2026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FF9931F-C382-4C34-AAAE-F34A248CED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0975491"/>
      </p:ext>
    </p:extLst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de-DE"/>
              <a:t>24.10.2026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931F-C382-4C34-AAAE-F34A248CED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4534539"/>
      </p:ext>
    </p:extLst>
  </p:cSld>
  <p:clrMapOvr>
    <a:masterClrMapping/>
  </p:clrMapOvr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de-DE"/>
              <a:t>24.10.2026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FFF9931F-C382-4C34-AAAE-F34A248CEDA0}" type="slidenum">
              <a:rPr lang="de-DE" smtClean="0"/>
              <a:t>‹Nr.›</a:t>
            </a:fld>
            <a:endParaRPr lang="de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8165462"/>
      </p:ext>
    </p:extLst>
  </p:cSld>
  <p:clrMapOvr>
    <a:masterClrMapping/>
  </p:clrMapOvr>
  <p:hf hdr="0" ft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r>
              <a:rPr lang="de-DE"/>
              <a:t>24.10.2026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FFF9931F-C382-4C34-AAAE-F34A248CEDA0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88451170"/>
      </p:ext>
    </p:extLst>
  </p:cSld>
  <p:clrMapOvr>
    <a:masterClrMapping/>
  </p:clrMapOvr>
  <p:hf hdr="0" ft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24.10.2026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931F-C382-4C34-AAAE-F34A248CED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2462834"/>
      </p:ext>
    </p:extLst>
  </p:cSld>
  <p:clrMapOvr>
    <a:masterClrMapping/>
  </p:clrMapOvr>
  <p:hf hdr="0" ft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24.10.2026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931F-C382-4C34-AAAE-F34A248CED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7520945"/>
      </p:ext>
    </p:extLst>
  </p:cSld>
  <p:clrMapOvr>
    <a:masterClrMapping/>
  </p:clrMapOvr>
  <p:hf hdr="0" ft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24.10.2026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931F-C382-4C34-AAAE-F34A248CED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7691503"/>
      </p:ext>
    </p:extLst>
  </p:cSld>
  <p:clrMapOvr>
    <a:masterClrMapping/>
  </p:clrMapOvr>
  <p:hf hdr="0" ft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24.10.2026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931F-C382-4C34-AAAE-F34A248CED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5777185"/>
      </p:ext>
    </p:extLst>
  </p:cSld>
  <p:clrMapOvr>
    <a:masterClrMapping/>
  </p:clrMapOvr>
  <p:hf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24.10.2026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931F-C382-4C34-AAAE-F34A248CED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4046618"/>
      </p:ext>
    </p:extLst>
  </p:cSld>
  <p:clrMapOvr>
    <a:masterClrMapping/>
  </p:clrMapOvr>
  <p:hf hdr="0" ft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24.10.2026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931F-C382-4C34-AAAE-F34A248CED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1457462"/>
      </p:ext>
    </p:extLst>
  </p:cSld>
  <p:clrMapOvr>
    <a:masterClrMapping/>
  </p:clrMapOvr>
  <p:hf hdr="0" ft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24.10.2026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931F-C382-4C34-AAAE-F34A248CED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2298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24.10.2026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931F-C382-4C34-AAAE-F34A248CED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02805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24.10.2026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931F-C382-4C34-AAAE-F34A248CED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8166188"/>
      </p:ext>
    </p:extLst>
  </p:cSld>
  <p:clrMapOvr>
    <a:masterClrMapping/>
  </p:clrMapOvr>
  <p:hf hdr="0" ft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24.10.2026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931F-C382-4C34-AAAE-F34A248CED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0272673"/>
      </p:ext>
    </p:extLst>
  </p:cSld>
  <p:clrMapOvr>
    <a:masterClrMapping/>
  </p:clrMapOvr>
  <p:hf hdr="0" ft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24.10.2026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de-DE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FF9931F-C382-4C34-AAAE-F34A248CEDA0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925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r>
              <a:rPr lang="de-DE"/>
              <a:t>24.10.2026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FFF9931F-C382-4C34-AAAE-F34A248CEDA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630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  <p:sldLayoutId id="2147483764" r:id="rId18"/>
    <p:sldLayoutId id="2147483765" r:id="rId19"/>
    <p:sldLayoutId id="2147483766" r:id="rId20"/>
    <p:sldLayoutId id="2147483767" r:id="rId21"/>
    <p:sldLayoutId id="2147483768" r:id="rId22"/>
    <p:sldLayoutId id="2147483769" r:id="rId23"/>
    <p:sldLayoutId id="2147483770" r:id="rId24"/>
    <p:sldLayoutId id="2147483771" r:id="rId25"/>
    <p:sldLayoutId id="2147483772" r:id="rId26"/>
    <p:sldLayoutId id="2147483773" r:id="rId27"/>
    <p:sldLayoutId id="2147483774" r:id="rId28"/>
  </p:sldLayoutIdLst>
  <p:hf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5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Laptop mit Telefon und Taschenrechner">
            <a:extLst>
              <a:ext uri="{FF2B5EF4-FFF2-40B4-BE49-F238E27FC236}">
                <a16:creationId xmlns:a16="http://schemas.microsoft.com/office/drawing/2014/main" id="{1A4CFBBC-A655-6FCD-4791-01C2B21523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95435" y="-870204"/>
            <a:ext cx="8598408" cy="8598408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5D568211-43B9-CA94-9B41-29A67F0C79A7}"/>
              </a:ext>
            </a:extLst>
          </p:cNvPr>
          <p:cNvSpPr/>
          <p:nvPr/>
        </p:nvSpPr>
        <p:spPr>
          <a:xfrm>
            <a:off x="1979674" y="132544"/>
            <a:ext cx="8598409" cy="6473952"/>
          </a:xfrm>
          <a:prstGeom prst="rect">
            <a:avLst/>
          </a:prstGeom>
          <a:solidFill>
            <a:srgbClr val="F4EFE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DAA1CDA-9BE6-3AB8-17D7-9823EB78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4219" y="730354"/>
            <a:ext cx="6360840" cy="2171716"/>
          </a:xfrm>
        </p:spPr>
        <p:txBody>
          <a:bodyPr anchor="b">
            <a:normAutofit/>
          </a:bodyPr>
          <a:lstStyle/>
          <a:p>
            <a:r>
              <a:rPr lang="de-DE" sz="5000" b="1"/>
              <a:t>ALGO Marketplace</a:t>
            </a:r>
            <a:br>
              <a:rPr lang="de-DE" sz="5000" b="1"/>
            </a:br>
            <a:r>
              <a:rPr lang="de-DE" sz="5000" b="1"/>
              <a:t>Projektanalyse und Verständnis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B870C69-CDB5-F0AA-D0C2-29FDBDB56E9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1975" y="3085294"/>
            <a:ext cx="2291552" cy="1639048"/>
          </a:xfrm>
          <a:prstGeom prst="roundRect">
            <a:avLst/>
          </a:prstGeom>
          <a:solidFill>
            <a:srgbClr val="F4EFE4">
              <a:alpha val="80000"/>
            </a:srgb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de-DE"/>
              <a:t>Lena Beckmann</a:t>
            </a:r>
          </a:p>
          <a:p>
            <a:r>
              <a:rPr lang="de-DE"/>
              <a:t>Freyja </a:t>
            </a:r>
            <a:r>
              <a:rPr lang="de-DE" err="1"/>
              <a:t>Reffelmann</a:t>
            </a:r>
            <a:endParaRPr lang="de-DE"/>
          </a:p>
          <a:p>
            <a:r>
              <a:rPr lang="de-DE"/>
              <a:t>Lucia Stracke</a:t>
            </a:r>
          </a:p>
          <a:p>
            <a:r>
              <a:rPr lang="de-DE"/>
              <a:t>Zeynep </a:t>
            </a:r>
            <a:r>
              <a:rPr lang="de-DE">
                <a:ea typeface="+mn-lt"/>
                <a:cs typeface="+mn-lt"/>
              </a:rPr>
              <a:t>Carikci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728B2F12-321A-B33D-CC37-7CF988E8C1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87128"/>
            <a:ext cx="1032084" cy="33832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de-DE"/>
              <a:t>24.10.2026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DF9F644-000C-6DD4-8993-0E4BA4F5F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7128"/>
            <a:ext cx="457200" cy="338328"/>
          </a:xfrm>
        </p:spPr>
        <p:txBody>
          <a:bodyPr/>
          <a:lstStyle/>
          <a:p>
            <a:pPr>
              <a:spcAft>
                <a:spcPts val="600"/>
              </a:spcAft>
            </a:pPr>
            <a:fld id="{FFF9931F-C382-4C34-AAAE-F34A248CEDA0}" type="slidenum">
              <a:rPr lang="de-DE" smtClean="0"/>
              <a:pPr>
                <a:spcAft>
                  <a:spcPts val="600"/>
                </a:spcAft>
              </a:pPr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6448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Kranz mit Zitronen und Zweigen">
            <a:extLst>
              <a:ext uri="{FF2B5EF4-FFF2-40B4-BE49-F238E27FC236}">
                <a16:creationId xmlns:a16="http://schemas.microsoft.com/office/drawing/2014/main" id="{4A8D9721-FA3C-E243-1F63-BB7D6E7DF4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337" y="1269000"/>
            <a:ext cx="4320000" cy="4320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A64DB33-9FA6-4E3D-4161-123A54FC3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337" y="1269000"/>
            <a:ext cx="4320000" cy="4320000"/>
          </a:xfrm>
          <a:prstGeom prst="ellips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/>
            <a:r>
              <a:rPr lang="de-DE" sz="4000">
                <a:solidFill>
                  <a:schemeClr val="tx1"/>
                </a:solidFill>
              </a:rPr>
              <a:t>Agenda</a:t>
            </a:r>
            <a:endParaRPr lang="de-DE" sz="4400">
              <a:solidFill>
                <a:schemeClr val="tx1"/>
              </a:solidFill>
            </a:endParaRP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DFF8B76-498F-8367-BB8C-0C32E8F6735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24.10.2026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42E755-5122-34A8-4B01-5D05D0E14E7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FF9931F-C382-4C34-AAAE-F34A248CEDA0}" type="slidenum">
              <a:rPr lang="de-DE" smtClean="0"/>
              <a:t>2</a:t>
            </a:fld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CF869F-4EA7-13D1-7E43-201B198290A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8581" y="2648028"/>
            <a:ext cx="5325082" cy="1561944"/>
          </a:xfrm>
        </p:spPr>
        <p:txBody>
          <a:bodyPr>
            <a:normAutofit fontScale="92500" lnSpcReduction="10000"/>
          </a:bodyPr>
          <a:lstStyle/>
          <a:p>
            <a:r>
              <a:rPr lang="de-DE" sz="2000"/>
              <a:t>Code-Analyse</a:t>
            </a:r>
          </a:p>
          <a:p>
            <a:r>
              <a:rPr lang="de-DE" sz="2000"/>
              <a:t>Analyse der ADTs und Datenstrukturen</a:t>
            </a:r>
          </a:p>
          <a:p>
            <a:r>
              <a:rPr lang="de-DE" sz="2000"/>
              <a:t>Hashfunktion verbessern</a:t>
            </a:r>
          </a:p>
          <a:p>
            <a:endParaRPr lang="de-DE" sz="2000"/>
          </a:p>
        </p:txBody>
      </p:sp>
    </p:spTree>
    <p:extLst>
      <p:ext uri="{BB962C8B-B14F-4D97-AF65-F5344CB8AC3E}">
        <p14:creationId xmlns:p14="http://schemas.microsoft.com/office/powerpoint/2010/main" val="1153621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981A1C-8F8F-8780-D529-61163106D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080000"/>
          </a:xfrm>
        </p:spPr>
        <p:txBody>
          <a:bodyPr anchor="ctr">
            <a:normAutofit/>
          </a:bodyPr>
          <a:lstStyle/>
          <a:p>
            <a:pPr marL="742950" indent="-742950" algn="ctr">
              <a:buFont typeface="+mj-lt"/>
              <a:buAutoNum type="arabicPeriod"/>
            </a:pPr>
            <a:r>
              <a:rPr lang="de-DE" sz="4000"/>
              <a:t>Code-Analyse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43B3F1D5-CE72-CC3F-FE99-4ACB370CE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87128"/>
            <a:ext cx="1032084" cy="33832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24.10.2026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1B67EC7-C8B4-A0DF-AAD7-02540B848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7128"/>
            <a:ext cx="457200" cy="33832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FF9931F-C382-4C34-AAAE-F34A248CEDA0}" type="slidenum">
              <a:rPr lang="de-DE" smtClean="0"/>
              <a:pPr>
                <a:spcAft>
                  <a:spcPts val="600"/>
                </a:spcAft>
              </a:pPr>
              <a:t>3</a:t>
            </a:fld>
            <a:endParaRPr lang="de-DE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8AE85873-A421-B826-AE83-748749FD414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592623817"/>
              </p:ext>
            </p:extLst>
          </p:nvPr>
        </p:nvGraphicFramePr>
        <p:xfrm>
          <a:off x="516000" y="1819173"/>
          <a:ext cx="11160000" cy="324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3070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441A057B-F562-6C2D-770F-D4EC78D376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87128"/>
            <a:ext cx="1032084" cy="33832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/>
              <a:t>24.10.2026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29F1D92-4DD8-ACA7-90BA-29ACB7A5B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7128"/>
            <a:ext cx="457200" cy="33832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FF9931F-C382-4C34-AAAE-F34A248CEDA0}" type="slidenum">
              <a:rPr lang="de-DE" smtClean="0"/>
              <a:pPr>
                <a:spcAft>
                  <a:spcPts val="600"/>
                </a:spcAft>
              </a:pPr>
              <a:t>4</a:t>
            </a:fld>
            <a:endParaRPr lang="de-DE"/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E6F64410-DC64-2719-D6A9-486EDD38F553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895263676"/>
              </p:ext>
            </p:extLst>
          </p:nvPr>
        </p:nvGraphicFramePr>
        <p:xfrm>
          <a:off x="516000" y="1798827"/>
          <a:ext cx="11160000" cy="324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itel 1">
            <a:extLst>
              <a:ext uri="{FF2B5EF4-FFF2-40B4-BE49-F238E27FC236}">
                <a16:creationId xmlns:a16="http://schemas.microsoft.com/office/drawing/2014/main" id="{E2456A58-A78C-3D8B-19B1-650979D3F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080000"/>
          </a:xfrm>
        </p:spPr>
        <p:txBody>
          <a:bodyPr anchor="ctr">
            <a:normAutofit/>
          </a:bodyPr>
          <a:lstStyle/>
          <a:p>
            <a:pPr marL="742950" indent="-742950" algn="ctr">
              <a:buFont typeface="+mj-lt"/>
              <a:buAutoNum type="arabicPeriod"/>
            </a:pPr>
            <a:r>
              <a:rPr lang="de-DE" sz="4000"/>
              <a:t>Code-Analyse</a:t>
            </a:r>
          </a:p>
        </p:txBody>
      </p:sp>
    </p:spTree>
    <p:extLst>
      <p:ext uri="{BB962C8B-B14F-4D97-AF65-F5344CB8AC3E}">
        <p14:creationId xmlns:p14="http://schemas.microsoft.com/office/powerpoint/2010/main" val="365806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CB3F3F7A-F63D-7B1D-1770-CA71397442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1720681"/>
              </p:ext>
            </p:extLst>
          </p:nvPr>
        </p:nvGraphicFramePr>
        <p:xfrm>
          <a:off x="224767" y="1819174"/>
          <a:ext cx="11160000" cy="324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A67C2934-20AC-A109-848E-48B9D1262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24.10.2026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49A0D74-9CEA-49E0-44B7-D175570F7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931F-C382-4C34-AAAE-F34A248CEDA0}" type="slidenum">
              <a:rPr lang="de-DE" smtClean="0"/>
              <a:t>5</a:t>
            </a:fld>
            <a:endParaRPr lang="de-DE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A4DEA89B-8480-915C-256C-31BD89567D11}"/>
              </a:ext>
            </a:extLst>
          </p:cNvPr>
          <p:cNvSpPr txBox="1">
            <a:spLocks/>
          </p:cNvSpPr>
          <p:nvPr/>
        </p:nvSpPr>
        <p:spPr>
          <a:xfrm>
            <a:off x="133815" y="189689"/>
            <a:ext cx="11341905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000" b="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 algn="ctr">
              <a:buFont typeface="+mj-lt"/>
              <a:buAutoNum type="arabicPeriod"/>
            </a:pPr>
            <a:r>
              <a:rPr lang="de-DE" sz="4000"/>
              <a:t>Code-Analyse</a:t>
            </a:r>
          </a:p>
        </p:txBody>
      </p:sp>
    </p:spTree>
    <p:extLst>
      <p:ext uri="{BB962C8B-B14F-4D97-AF65-F5344CB8AC3E}">
        <p14:creationId xmlns:p14="http://schemas.microsoft.com/office/powerpoint/2010/main" val="1617207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924B69-CBA3-2C4D-CBA9-4B460E24C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0345" y="2777149"/>
            <a:ext cx="4729588" cy="22374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800" b="1"/>
              <a:t>Praktikumsgruppe</a:t>
            </a:r>
            <a:r>
              <a:rPr lang="de-DE" sz="1800"/>
              <a:t> </a:t>
            </a:r>
            <a:r>
              <a:rPr lang="de-DE" sz="1800">
                <a:sym typeface="Wingdings" panose="05000000000000000000" pitchFamily="2" charset="2"/>
              </a:rPr>
              <a:t> Hash Tabelle</a:t>
            </a:r>
          </a:p>
          <a:p>
            <a:pPr lvl="1"/>
            <a:r>
              <a:rPr lang="de-DE" sz="1800"/>
              <a:t>Θ(1) für Einfügen, Löschen, Direkter Zugriff</a:t>
            </a:r>
          </a:p>
          <a:p>
            <a:pPr lvl="1"/>
            <a:r>
              <a:rPr lang="de-DE" sz="1800"/>
              <a:t>Θ(n) bei Kollision oder wenn Tabelle vergrößert werden muss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294BF920-67BA-748D-C749-B877C17E2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24.10.2026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F42F6D8-2A05-C6EE-B0AB-80C0D09C1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931F-C382-4C34-AAAE-F34A248CEDA0}" type="slidenum">
              <a:rPr lang="de-DE" smtClean="0"/>
              <a:t>6</a:t>
            </a:fld>
            <a:endParaRPr lang="de-DE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6AE4314B-C97D-0CD6-4A21-E5AF16E46D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0308832"/>
              </p:ext>
            </p:extLst>
          </p:nvPr>
        </p:nvGraphicFramePr>
        <p:xfrm>
          <a:off x="682416" y="1792759"/>
          <a:ext cx="4238626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313">
                  <a:extLst>
                    <a:ext uri="{9D8B030D-6E8A-4147-A177-3AD203B41FA5}">
                      <a16:colId xmlns:a16="http://schemas.microsoft.com/office/drawing/2014/main" val="2305712093"/>
                    </a:ext>
                  </a:extLst>
                </a:gridCol>
                <a:gridCol w="2119313">
                  <a:extLst>
                    <a:ext uri="{9D8B030D-6E8A-4147-A177-3AD203B41FA5}">
                      <a16:colId xmlns:a16="http://schemas.microsoft.com/office/drawing/2014/main" val="3226156976"/>
                    </a:ext>
                  </a:extLst>
                </a:gridCol>
              </a:tblGrid>
              <a:tr h="260244">
                <a:tc>
                  <a:txBody>
                    <a:bodyPr/>
                    <a:lstStyle/>
                    <a:p>
                      <a:r>
                        <a:rPr lang="de-DE" dirty="0"/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Beschreibung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0241236"/>
                  </a:ext>
                </a:extLst>
              </a:tr>
              <a:tr h="260244">
                <a:tc>
                  <a:txBody>
                    <a:bodyPr/>
                    <a:lstStyle/>
                    <a:p>
                      <a:r>
                        <a:rPr lang="de-DE" dirty="0"/>
                        <a:t>_</a:t>
                      </a:r>
                      <a:r>
                        <a:rPr lang="de-DE" dirty="0" err="1"/>
                        <a:t>id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Nutzer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839194"/>
                  </a:ext>
                </a:extLst>
              </a:tr>
              <a:tr h="260244">
                <a:tc>
                  <a:txBody>
                    <a:bodyPr/>
                    <a:lstStyle/>
                    <a:p>
                      <a:r>
                        <a:rPr lang="de-DE" dirty="0"/>
                        <a:t>_</a:t>
                      </a:r>
                      <a:r>
                        <a:rPr lang="de-DE" dirty="0" err="1"/>
                        <a:t>password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Passwort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996547"/>
                  </a:ext>
                </a:extLst>
              </a:tr>
              <a:tr h="260244">
                <a:tc>
                  <a:txBody>
                    <a:bodyPr/>
                    <a:lstStyle/>
                    <a:p>
                      <a:r>
                        <a:rPr lang="de-DE" dirty="0"/>
                        <a:t>_</a:t>
                      </a:r>
                      <a:r>
                        <a:rPr lang="de-DE" dirty="0" err="1"/>
                        <a:t>name_first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Vorname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964536"/>
                  </a:ext>
                </a:extLst>
              </a:tr>
              <a:tr h="260244">
                <a:tc>
                  <a:txBody>
                    <a:bodyPr/>
                    <a:lstStyle/>
                    <a:p>
                      <a:r>
                        <a:rPr lang="de-DE" dirty="0"/>
                        <a:t>_</a:t>
                      </a:r>
                      <a:r>
                        <a:rPr lang="de-DE" dirty="0" err="1"/>
                        <a:t>name_family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Nachname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0409332"/>
                  </a:ext>
                </a:extLst>
              </a:tr>
              <a:tr h="260244">
                <a:tc>
                  <a:txBody>
                    <a:bodyPr/>
                    <a:lstStyle/>
                    <a:p>
                      <a:r>
                        <a:rPr lang="de-DE" dirty="0"/>
                        <a:t>_</a:t>
                      </a:r>
                      <a:r>
                        <a:rPr lang="de-DE" dirty="0" err="1"/>
                        <a:t>friends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Set von User </a:t>
                      </a:r>
                      <a:r>
                        <a:rPr lang="de-DE" dirty="0" err="1"/>
                        <a:t>ID‘s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389408"/>
                  </a:ext>
                </a:extLst>
              </a:tr>
              <a:tr h="260244">
                <a:tc>
                  <a:txBody>
                    <a:bodyPr/>
                    <a:lstStyle/>
                    <a:p>
                      <a:r>
                        <a:rPr lang="de-DE" dirty="0"/>
                        <a:t>_</a:t>
                      </a:r>
                      <a:r>
                        <a:rPr lang="de-DE" dirty="0" err="1"/>
                        <a:t>balance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Kontoguthaben in 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6403965"/>
                  </a:ext>
                </a:extLst>
              </a:tr>
              <a:tr h="260244">
                <a:tc>
                  <a:txBody>
                    <a:bodyPr/>
                    <a:lstStyle/>
                    <a:p>
                      <a:r>
                        <a:rPr lang="de-DE" dirty="0"/>
                        <a:t>_</a:t>
                      </a:r>
                      <a:r>
                        <a:rPr lang="de-DE" dirty="0" err="1"/>
                        <a:t>gps_coords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GPS-Koordinaten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050487"/>
                  </a:ext>
                </a:extLst>
              </a:tr>
              <a:tr h="260244">
                <a:tc>
                  <a:txBody>
                    <a:bodyPr/>
                    <a:lstStyle/>
                    <a:p>
                      <a:r>
                        <a:rPr lang="de-DE" dirty="0"/>
                        <a:t>_</a:t>
                      </a:r>
                      <a:r>
                        <a:rPr lang="de-DE" dirty="0" err="1"/>
                        <a:t>address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Adresse des Nutzers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312744"/>
                  </a:ext>
                </a:extLst>
              </a:tr>
              <a:tr h="260244">
                <a:tc>
                  <a:txBody>
                    <a:bodyPr/>
                    <a:lstStyle/>
                    <a:p>
                      <a:r>
                        <a:rPr lang="de-DE" dirty="0"/>
                        <a:t>_</a:t>
                      </a:r>
                      <a:r>
                        <a:rPr lang="de-DE" dirty="0" err="1"/>
                        <a:t>rating_stars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Bewertungen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428029"/>
                  </a:ext>
                </a:extLst>
              </a:tr>
            </a:tbl>
          </a:graphicData>
        </a:graphic>
      </p:graphicFrame>
      <p:sp>
        <p:nvSpPr>
          <p:cNvPr id="10" name="Textfeld 9">
            <a:extLst>
              <a:ext uri="{FF2B5EF4-FFF2-40B4-BE49-F238E27FC236}">
                <a16:creationId xmlns:a16="http://schemas.microsoft.com/office/drawing/2014/main" id="{D6E9F5B1-5A78-31FC-E3E2-C135B7407C12}"/>
              </a:ext>
            </a:extLst>
          </p:cNvPr>
          <p:cNvSpPr txBox="1"/>
          <p:nvPr/>
        </p:nvSpPr>
        <p:spPr>
          <a:xfrm flipH="1">
            <a:off x="682416" y="1423427"/>
            <a:ext cx="4238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/>
              <a:t>User</a:t>
            </a:r>
            <a:r>
              <a:rPr lang="de-DE"/>
              <a:t> </a:t>
            </a:r>
            <a:r>
              <a:rPr lang="de-DE">
                <a:sym typeface="Wingdings" panose="05000000000000000000" pitchFamily="2" charset="2"/>
              </a:rPr>
              <a:t> </a:t>
            </a:r>
            <a:r>
              <a:rPr lang="de-DE" err="1">
                <a:sym typeface="Wingdings" panose="05000000000000000000" pitchFamily="2" charset="2"/>
              </a:rPr>
              <a:t>SetNode</a:t>
            </a:r>
            <a:r>
              <a:rPr lang="de-DE"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2C187086-45B6-6185-E62B-2AB72FB01C95}"/>
              </a:ext>
            </a:extLst>
          </p:cNvPr>
          <p:cNvSpPr txBox="1">
            <a:spLocks/>
          </p:cNvSpPr>
          <p:nvPr/>
        </p:nvSpPr>
        <p:spPr>
          <a:xfrm>
            <a:off x="133815" y="189689"/>
            <a:ext cx="11341905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000" b="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 algn="ctr">
              <a:buFont typeface="+mj-lt"/>
              <a:buAutoNum type="arabicPeriod" startAt="2"/>
            </a:pPr>
            <a:r>
              <a:rPr lang="de-DE" sz="4000"/>
              <a:t>Analyse der ADTs und Datenstrukturen </a:t>
            </a:r>
          </a:p>
        </p:txBody>
      </p:sp>
    </p:spTree>
    <p:extLst>
      <p:ext uri="{BB962C8B-B14F-4D97-AF65-F5344CB8AC3E}">
        <p14:creationId xmlns:p14="http://schemas.microsoft.com/office/powerpoint/2010/main" val="726573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3F667642-C6BF-6FA3-E00C-6F1C79AA6E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68495"/>
            <a:ext cx="7910245" cy="1295512"/>
          </a:xfrm>
          <a:prstGeom prst="rect">
            <a:avLst/>
          </a:prstGeom>
        </p:spPr>
      </p:pic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0E327D95-CD86-0FBD-74FA-F4CBBF551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24.10.2026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FE7EFF8B-1E19-E4F8-A0FE-1C2F36361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931F-C382-4C34-AAAE-F34A248CEDA0}" type="slidenum">
              <a:rPr lang="de-DE" smtClean="0"/>
              <a:t>7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6792BC2-C1CF-5248-E830-5D53EEDA7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497" y="3792859"/>
            <a:ext cx="3933825" cy="238779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8A0F2CD-97F5-1D94-F8A4-3B6B30AC0F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90688"/>
            <a:ext cx="9883997" cy="396274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A3737F59-EA61-6B12-5F4A-AA718A4A1489}"/>
              </a:ext>
            </a:extLst>
          </p:cNvPr>
          <p:cNvSpPr txBox="1"/>
          <p:nvPr/>
        </p:nvSpPr>
        <p:spPr>
          <a:xfrm>
            <a:off x="4895849" y="3792859"/>
            <a:ext cx="64366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Laufzeit </a:t>
            </a:r>
            <a:r>
              <a:rPr lang="de-DE" dirty="0" err="1"/>
              <a:t>get_groupmembers</a:t>
            </a:r>
            <a:r>
              <a:rPr lang="de-DE" dirty="0"/>
              <a:t>:</a:t>
            </a:r>
          </a:p>
          <a:p>
            <a:r>
              <a:rPr lang="de-DE" dirty="0"/>
              <a:t>	</a:t>
            </a:r>
            <a:r>
              <a:rPr lang="de-DE" i="1" dirty="0"/>
              <a:t>Θ(n) as the </a:t>
            </a:r>
            <a:r>
              <a:rPr lang="de-DE" i="1" dirty="0" err="1"/>
              <a:t>entire</a:t>
            </a:r>
            <a:r>
              <a:rPr lang="de-DE" i="1" dirty="0"/>
              <a:t> </a:t>
            </a:r>
            <a:r>
              <a:rPr lang="de-DE" i="1" dirty="0" err="1"/>
              <a:t>dictionary</a:t>
            </a:r>
            <a:r>
              <a:rPr lang="de-DE" i="1" dirty="0"/>
              <a:t> </a:t>
            </a:r>
            <a:r>
              <a:rPr lang="de-DE" i="1" dirty="0" err="1"/>
              <a:t>is</a:t>
            </a:r>
            <a:r>
              <a:rPr lang="de-DE" i="1" dirty="0"/>
              <a:t> </a:t>
            </a:r>
            <a:r>
              <a:rPr lang="de-DE" i="1" dirty="0" err="1"/>
              <a:t>iterated</a:t>
            </a:r>
            <a:r>
              <a:rPr lang="de-DE" i="1" dirty="0"/>
              <a:t> </a:t>
            </a:r>
            <a:r>
              <a:rPr lang="de-DE" i="1" dirty="0" err="1"/>
              <a:t>through</a:t>
            </a:r>
            <a:r>
              <a:rPr lang="de-DE" i="1" dirty="0"/>
              <a:t> </a:t>
            </a:r>
            <a:r>
              <a:rPr lang="de-DE" i="1" dirty="0" err="1"/>
              <a:t>once</a:t>
            </a:r>
            <a:r>
              <a:rPr lang="de-DE" i="1" dirty="0"/>
              <a:t>.</a:t>
            </a:r>
            <a:br>
              <a:rPr lang="de-DE" i="1" dirty="0"/>
            </a:br>
            <a:r>
              <a:rPr lang="de-DE" i="1" dirty="0"/>
              <a:t>	Ω(1) as it </a:t>
            </a:r>
            <a:r>
              <a:rPr lang="de-DE" i="1" dirty="0" err="1"/>
              <a:t>can</a:t>
            </a:r>
            <a:r>
              <a:rPr lang="de-DE" i="1" dirty="0"/>
              <a:t> happen </a:t>
            </a:r>
            <a:r>
              <a:rPr lang="de-DE" i="1" dirty="0" err="1"/>
              <a:t>that</a:t>
            </a:r>
            <a:r>
              <a:rPr lang="de-DE" i="1" dirty="0"/>
              <a:t> the </a:t>
            </a:r>
            <a:r>
              <a:rPr lang="de-DE" i="1" dirty="0" err="1"/>
              <a:t>user</a:t>
            </a:r>
            <a:r>
              <a:rPr lang="de-DE" i="1" dirty="0"/>
              <a:t> </a:t>
            </a:r>
            <a:r>
              <a:rPr lang="de-DE" i="1" dirty="0" err="1"/>
              <a:t>is</a:t>
            </a:r>
            <a:r>
              <a:rPr lang="de-DE" i="1" dirty="0"/>
              <a:t> not </a:t>
            </a:r>
            <a:r>
              <a:rPr lang="de-DE" i="1" dirty="0" err="1"/>
              <a:t>found</a:t>
            </a:r>
            <a:r>
              <a:rPr lang="de-DE" i="1" dirty="0"/>
              <a:t> </a:t>
            </a:r>
            <a:r>
              <a:rPr lang="de-DE" i="1" dirty="0" err="1"/>
              <a:t>or</a:t>
            </a:r>
            <a:r>
              <a:rPr lang="de-DE" i="1" dirty="0"/>
              <a:t> </a:t>
            </a:r>
            <a:r>
              <a:rPr lang="de-DE" i="1" dirty="0" err="1"/>
              <a:t>has</a:t>
            </a:r>
            <a:r>
              <a:rPr lang="de-DE" i="1" dirty="0"/>
              <a:t> 	</a:t>
            </a:r>
            <a:r>
              <a:rPr lang="de-DE" i="1" dirty="0" err="1"/>
              <a:t>no</a:t>
            </a:r>
            <a:r>
              <a:rPr lang="de-DE" i="1" dirty="0"/>
              <a:t> </a:t>
            </a:r>
            <a:r>
              <a:rPr lang="de-DE" i="1" dirty="0" err="1"/>
              <a:t>group</a:t>
            </a:r>
            <a:r>
              <a:rPr lang="de-DE" i="1" dirty="0"/>
              <a:t>, </a:t>
            </a:r>
            <a:r>
              <a:rPr lang="de-DE" i="1" dirty="0" err="1"/>
              <a:t>which</a:t>
            </a:r>
            <a:r>
              <a:rPr lang="de-DE" i="1" dirty="0"/>
              <a:t> </a:t>
            </a:r>
            <a:r>
              <a:rPr lang="de-DE" i="1" dirty="0" err="1"/>
              <a:t>reults</a:t>
            </a:r>
            <a:r>
              <a:rPr lang="de-DE" i="1" dirty="0"/>
              <a:t> in </a:t>
            </a:r>
            <a:r>
              <a:rPr lang="de-DE" i="1" dirty="0" err="1"/>
              <a:t>outputting</a:t>
            </a:r>
            <a:r>
              <a:rPr lang="de-DE" i="1" dirty="0"/>
              <a:t> </a:t>
            </a:r>
            <a:r>
              <a:rPr lang="de-DE" i="1" dirty="0" err="1"/>
              <a:t>nothing</a:t>
            </a:r>
            <a:endParaRPr lang="de-DE" dirty="0"/>
          </a:p>
          <a:p>
            <a:endParaRPr lang="de-DE" dirty="0"/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E67F3104-C8CF-E3B8-B80C-555E637FD39A}"/>
              </a:ext>
            </a:extLst>
          </p:cNvPr>
          <p:cNvSpPr txBox="1">
            <a:spLocks/>
          </p:cNvSpPr>
          <p:nvPr/>
        </p:nvSpPr>
        <p:spPr>
          <a:xfrm>
            <a:off x="133815" y="189689"/>
            <a:ext cx="11341905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000" b="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 algn="ctr">
              <a:buFont typeface="+mj-lt"/>
              <a:buAutoNum type="arabicPeriod" startAt="2"/>
            </a:pPr>
            <a:r>
              <a:rPr lang="de-DE" sz="4000"/>
              <a:t>Erweiterung in praktikumsgruppen.py</a:t>
            </a:r>
            <a:endParaRPr lang="de-DE" sz="5400"/>
          </a:p>
        </p:txBody>
      </p:sp>
    </p:spTree>
    <p:extLst>
      <p:ext uri="{BB962C8B-B14F-4D97-AF65-F5344CB8AC3E}">
        <p14:creationId xmlns:p14="http://schemas.microsoft.com/office/powerpoint/2010/main" val="3638805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853260-B764-E8FE-C2A3-05DA30AE9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1410510"/>
            <a:ext cx="10835640" cy="4861367"/>
          </a:xfrm>
        </p:spPr>
        <p:txBody>
          <a:bodyPr>
            <a:normAutofit/>
          </a:bodyPr>
          <a:lstStyle/>
          <a:p>
            <a:r>
              <a:rPr lang="de-DE" sz="1800" b="1" err="1"/>
              <a:t>Auctions</a:t>
            </a:r>
            <a:endParaRPr lang="de-DE" sz="1800" b="1"/>
          </a:p>
          <a:p>
            <a:pPr lvl="1"/>
            <a:r>
              <a:rPr lang="de-DE" sz="1800"/>
              <a:t>ADT = Tabelle</a:t>
            </a:r>
          </a:p>
          <a:p>
            <a:pPr lvl="1"/>
            <a:r>
              <a:rPr lang="de-DE" sz="1800"/>
              <a:t>Datenstruktur = Hashtabelle</a:t>
            </a:r>
          </a:p>
          <a:p>
            <a:r>
              <a:rPr lang="de-DE" sz="1800" b="1"/>
              <a:t>Systemmessages</a:t>
            </a:r>
          </a:p>
          <a:p>
            <a:pPr lvl="1"/>
            <a:r>
              <a:rPr lang="de-DE" sz="1800"/>
              <a:t>ADT = Schlange (von Nachrichten),</a:t>
            </a:r>
          </a:p>
          <a:p>
            <a:pPr lvl="1"/>
            <a:r>
              <a:rPr lang="de-DE" sz="1800"/>
              <a:t>Datenstruktur = </a:t>
            </a:r>
            <a:r>
              <a:rPr lang="de-DE" sz="1800" err="1"/>
              <a:t>ArrayList</a:t>
            </a:r>
            <a:endParaRPr lang="de-DE" sz="1800"/>
          </a:p>
          <a:p>
            <a:r>
              <a:rPr lang="de-DE" sz="1800"/>
              <a:t>Auktionen </a:t>
            </a:r>
            <a:r>
              <a:rPr lang="de-DE" sz="1800">
                <a:sym typeface="Wingdings" panose="05000000000000000000" pitchFamily="2" charset="2"/>
              </a:rPr>
              <a:t> Heap</a:t>
            </a:r>
            <a:endParaRPr lang="de-DE" sz="1800"/>
          </a:p>
          <a:p>
            <a:pPr marL="0" indent="0">
              <a:buNone/>
            </a:pPr>
            <a:endParaRPr lang="de-DE" sz="180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ABBAB92-9107-0745-9C14-EF2E1AEEF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24.10.2026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5A7EA4D8-F207-80FF-E5E6-A863BB7C7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931F-C382-4C34-AAAE-F34A248CEDA0}" type="slidenum">
              <a:rPr lang="de-DE" smtClean="0"/>
              <a:t>8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2601817-3E1E-7379-FFDF-3B5D78ACB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244" y="2384292"/>
            <a:ext cx="6690940" cy="63251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D53AE2C-EA89-FC0E-3100-EC5248943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244" y="3841193"/>
            <a:ext cx="6492803" cy="701101"/>
          </a:xfrm>
          <a:prstGeom prst="rect">
            <a:avLst/>
          </a:prstGeom>
        </p:spPr>
      </p:pic>
      <p:sp>
        <p:nvSpPr>
          <p:cNvPr id="13" name="Titel 1">
            <a:extLst>
              <a:ext uri="{FF2B5EF4-FFF2-40B4-BE49-F238E27FC236}">
                <a16:creationId xmlns:a16="http://schemas.microsoft.com/office/drawing/2014/main" id="{F3F047B8-297F-26C9-3020-0D410DA09650}"/>
              </a:ext>
            </a:extLst>
          </p:cNvPr>
          <p:cNvSpPr txBox="1">
            <a:spLocks/>
          </p:cNvSpPr>
          <p:nvPr/>
        </p:nvSpPr>
        <p:spPr>
          <a:xfrm>
            <a:off x="133815" y="189689"/>
            <a:ext cx="11341905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000" b="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 algn="ctr">
              <a:buFont typeface="+mj-lt"/>
              <a:buAutoNum type="arabicPeriod" startAt="2"/>
            </a:pPr>
            <a:r>
              <a:rPr lang="de-DE" sz="4000" err="1"/>
              <a:t>ADT‘s</a:t>
            </a:r>
            <a:r>
              <a:rPr lang="de-DE" sz="4000"/>
              <a:t> &amp; Datenstrukturen</a:t>
            </a:r>
            <a:endParaRPr lang="de-DE" sz="5400"/>
          </a:p>
        </p:txBody>
      </p:sp>
    </p:spTree>
    <p:extLst>
      <p:ext uri="{BB962C8B-B14F-4D97-AF65-F5344CB8AC3E}">
        <p14:creationId xmlns:p14="http://schemas.microsoft.com/office/powerpoint/2010/main" val="413556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13F1A52D-6069-1F28-C39F-DAC11BF414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97167" y="1351693"/>
            <a:ext cx="2758679" cy="2476715"/>
          </a:xfrm>
          <a:prstGeom prst="rect">
            <a:avLst/>
          </a:prstGeom>
        </p:spPr>
      </p:pic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DD60A87F-D4EA-E516-F3CF-22567A9D7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24.10.2026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05C1462-A14E-FF7D-E20F-4E848F5D9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931F-C382-4C34-AAAE-F34A248CEDA0}" type="slidenum">
              <a:rPr lang="de-DE" smtClean="0"/>
              <a:t>9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9F90BCC-FAAD-BC68-0F34-520F4C8E9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97" y="1205735"/>
            <a:ext cx="6919560" cy="2705334"/>
          </a:xfrm>
          <a:prstGeom prst="rect">
            <a:avLst/>
          </a:prstGeom>
        </p:spPr>
      </p:pic>
      <p:graphicFrame>
        <p:nvGraphicFramePr>
          <p:cNvPr id="16" name="Diagramm 15">
            <a:extLst>
              <a:ext uri="{FF2B5EF4-FFF2-40B4-BE49-F238E27FC236}">
                <a16:creationId xmlns:a16="http://schemas.microsoft.com/office/drawing/2014/main" id="{92E9E410-B15E-4CA9-F128-7A6B151ED7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2050685"/>
              </p:ext>
            </p:extLst>
          </p:nvPr>
        </p:nvGraphicFramePr>
        <p:xfrm>
          <a:off x="4079564" y="3267702"/>
          <a:ext cx="5451930" cy="33343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4" name="Titel 1">
            <a:extLst>
              <a:ext uri="{FF2B5EF4-FFF2-40B4-BE49-F238E27FC236}">
                <a16:creationId xmlns:a16="http://schemas.microsoft.com/office/drawing/2014/main" id="{0A4BDA53-15CB-9634-85FC-A55D296B6740}"/>
              </a:ext>
            </a:extLst>
          </p:cNvPr>
          <p:cNvSpPr txBox="1">
            <a:spLocks/>
          </p:cNvSpPr>
          <p:nvPr/>
        </p:nvSpPr>
        <p:spPr>
          <a:xfrm>
            <a:off x="133815" y="189689"/>
            <a:ext cx="11341905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000" b="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 algn="ctr">
              <a:buFont typeface="+mj-lt"/>
              <a:buAutoNum type="arabicPeriod" startAt="2"/>
            </a:pPr>
            <a:r>
              <a:rPr lang="de-DE" sz="4000" err="1"/>
              <a:t>Trie‘s</a:t>
            </a:r>
            <a:r>
              <a:rPr lang="de-DE" sz="4000"/>
              <a:t> vs. AVL-Bäume</a:t>
            </a:r>
            <a:endParaRPr lang="de-DE" sz="5400"/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AA9AEC0-FB4A-D05E-0F30-C0F387DC7709}"/>
              </a:ext>
            </a:extLst>
          </p:cNvPr>
          <p:cNvGrpSpPr/>
          <p:nvPr/>
        </p:nvGrpSpPr>
        <p:grpSpPr>
          <a:xfrm>
            <a:off x="5505963" y="2058944"/>
            <a:ext cx="2491204" cy="998916"/>
            <a:chOff x="5412185" y="2541396"/>
            <a:chExt cx="2491204" cy="998916"/>
          </a:xfrm>
        </p:grpSpPr>
        <p:sp>
          <p:nvSpPr>
            <p:cNvPr id="17" name="Pfeil: nach rechts 16">
              <a:extLst>
                <a:ext uri="{FF2B5EF4-FFF2-40B4-BE49-F238E27FC236}">
                  <a16:creationId xmlns:a16="http://schemas.microsoft.com/office/drawing/2014/main" id="{1D6B6843-0E1D-4343-B32E-08EDCA4DCEA1}"/>
                </a:ext>
              </a:extLst>
            </p:cNvPr>
            <p:cNvSpPr/>
            <p:nvPr/>
          </p:nvSpPr>
          <p:spPr>
            <a:xfrm>
              <a:off x="5520113" y="2541396"/>
              <a:ext cx="2383276" cy="998916"/>
            </a:xfrm>
            <a:prstGeom prst="rightArrow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782F01ED-9D3D-748A-8649-3C63607288DE}"/>
                </a:ext>
              </a:extLst>
            </p:cNvPr>
            <p:cNvSpPr txBox="1"/>
            <p:nvPr/>
          </p:nvSpPr>
          <p:spPr>
            <a:xfrm>
              <a:off x="5412185" y="2751238"/>
              <a:ext cx="247671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600"/>
                <a:t>Autovervollständigung</a:t>
              </a:r>
            </a:p>
            <a:p>
              <a:pPr algn="ctr"/>
              <a:r>
                <a:rPr lang="de-DE" sz="1600"/>
                <a:t>Ventilator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4366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Inhaltsplatzhalter 10">
            <a:extLst>
              <a:ext uri="{FF2B5EF4-FFF2-40B4-BE49-F238E27FC236}">
                <a16:creationId xmlns:a16="http://schemas.microsoft.com/office/drawing/2014/main" id="{F351EEB3-003B-7457-D1B6-9FB8489756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7733492"/>
              </p:ext>
            </p:extLst>
          </p:nvPr>
        </p:nvGraphicFramePr>
        <p:xfrm>
          <a:off x="948689" y="1269689"/>
          <a:ext cx="10294621" cy="5088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7B5705CB-13F6-EE62-9E39-20FF45F69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24.10.2026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EF24D25-6115-CD2B-1226-494B2168B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931F-C382-4C34-AAAE-F34A248CEDA0}" type="slidenum">
              <a:rPr lang="de-DE" smtClean="0"/>
              <a:t>10</a:t>
            </a:fld>
            <a:endParaRPr lang="de-DE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1DDE0D1-9538-8B1C-1B65-5B1B92709374}"/>
              </a:ext>
            </a:extLst>
          </p:cNvPr>
          <p:cNvSpPr txBox="1">
            <a:spLocks/>
          </p:cNvSpPr>
          <p:nvPr/>
        </p:nvSpPr>
        <p:spPr>
          <a:xfrm>
            <a:off x="133815" y="189689"/>
            <a:ext cx="11341905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000" b="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 algn="ctr">
              <a:buFont typeface="+mj-lt"/>
              <a:buAutoNum type="arabicPeriod" startAt="3"/>
            </a:pPr>
            <a:r>
              <a:rPr lang="de-DE" sz="4000"/>
              <a:t>Hashfunktion verbessern</a:t>
            </a:r>
            <a:endParaRPr lang="de-DE" sz="5400"/>
          </a:p>
        </p:txBody>
      </p:sp>
    </p:spTree>
    <p:extLst>
      <p:ext uri="{BB962C8B-B14F-4D97-AF65-F5344CB8AC3E}">
        <p14:creationId xmlns:p14="http://schemas.microsoft.com/office/powerpoint/2010/main" val="3788557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8DF34-278B-6778-E021-0AE8A8269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E74F814-1DBB-B9EC-6DBB-9E49DBE5D6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32688" y="2696651"/>
                <a:ext cx="6128427" cy="1464698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r>
                  <a:rPr lang="de-DE" sz="2000"/>
                  <a:t>Erwartete Kollisionen: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∗(1−</m:t>
                    </m:r>
                    <m:sSup>
                      <m:sSupPr>
                        <m:ctrlPr>
                          <a:rPr lang="de-DE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de-DE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de-DE" sz="20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de-DE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de-DE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2000"/>
                  <a:t> , mit m 1024</a:t>
                </a:r>
              </a:p>
              <a:p>
                <a:pPr lvl="1" algn="ctr"/>
                <a:endParaRPr lang="de-DE" sz="200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E74F814-1DBB-B9EC-6DBB-9E49DBE5D6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32688" y="2696651"/>
                <a:ext cx="6128427" cy="146469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4906E047-91E3-E57E-F11B-40A4F168C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24.10.2026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4AC2F3A-46DB-9524-A003-23603F1C4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931F-C382-4C34-AAAE-F34A248CEDA0}" type="slidenum">
              <a:rPr lang="de-DE" smtClean="0"/>
              <a:t>11</a:t>
            </a:fld>
            <a:endParaRPr lang="de-DE"/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6AC23EF6-97D2-3B5C-94FA-BFBEB1925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449192"/>
              </p:ext>
            </p:extLst>
          </p:nvPr>
        </p:nvGraphicFramePr>
        <p:xfrm>
          <a:off x="7706468" y="2523642"/>
          <a:ext cx="3152844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422">
                  <a:extLst>
                    <a:ext uri="{9D8B030D-6E8A-4147-A177-3AD203B41FA5}">
                      <a16:colId xmlns:a16="http://schemas.microsoft.com/office/drawing/2014/main" val="669396171"/>
                    </a:ext>
                  </a:extLst>
                </a:gridCol>
                <a:gridCol w="1576422">
                  <a:extLst>
                    <a:ext uri="{9D8B030D-6E8A-4147-A177-3AD203B41FA5}">
                      <a16:colId xmlns:a16="http://schemas.microsoft.com/office/drawing/2014/main" val="41317844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DE"/>
                        <a:t>Erwartete Kollisionen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5736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Ca.1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926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Ca.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373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Ca. 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804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Ca. 104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595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/>
                        <a:t>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Ca. 377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974543"/>
                  </a:ext>
                </a:extLst>
              </a:tr>
            </a:tbl>
          </a:graphicData>
        </a:graphic>
      </p:graphicFrame>
      <p:sp>
        <p:nvSpPr>
          <p:cNvPr id="10" name="Titel 1">
            <a:extLst>
              <a:ext uri="{FF2B5EF4-FFF2-40B4-BE49-F238E27FC236}">
                <a16:creationId xmlns:a16="http://schemas.microsoft.com/office/drawing/2014/main" id="{163C9814-2FF5-9B70-8E93-A92670CCCB6C}"/>
              </a:ext>
            </a:extLst>
          </p:cNvPr>
          <p:cNvSpPr txBox="1">
            <a:spLocks/>
          </p:cNvSpPr>
          <p:nvPr/>
        </p:nvSpPr>
        <p:spPr>
          <a:xfrm>
            <a:off x="133815" y="189689"/>
            <a:ext cx="11341905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000" b="0" kern="1200" spc="-1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 algn="ctr">
              <a:buFont typeface="+mj-lt"/>
              <a:buAutoNum type="arabicPeriod" startAt="3"/>
            </a:pPr>
            <a:r>
              <a:rPr lang="de-DE" sz="4000"/>
              <a:t>Hashfunktion verbessern – Polynom-Hash</a:t>
            </a:r>
            <a:endParaRPr lang="de-DE" sz="5400"/>
          </a:p>
        </p:txBody>
      </p:sp>
    </p:spTree>
    <p:extLst>
      <p:ext uri="{BB962C8B-B14F-4D97-AF65-F5344CB8AC3E}">
        <p14:creationId xmlns:p14="http://schemas.microsoft.com/office/powerpoint/2010/main" val="4212711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2DF22F-7337-8BF7-0672-7D927560A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24.10.2026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157DB15-855A-2B0A-CFCC-B443A06AF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9931F-C382-4C34-AAAE-F34A248CEDA0}" type="slidenum">
              <a:rPr lang="de-DE" smtClean="0"/>
              <a:t>12</a:t>
            </a:fld>
            <a:endParaRPr lang="de-DE"/>
          </a:p>
        </p:txBody>
      </p:sp>
      <p:pic>
        <p:nvPicPr>
          <p:cNvPr id="7" name="Grafik 6" descr="Fragezeichen mit einfarbiger Füllung">
            <a:extLst>
              <a:ext uri="{FF2B5EF4-FFF2-40B4-BE49-F238E27FC236}">
                <a16:creationId xmlns:a16="http://schemas.microsoft.com/office/drawing/2014/main" id="{DCD61158-CC8E-128A-7BCA-2D836EAFF4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62883" y="295883"/>
            <a:ext cx="6266233" cy="626623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65CAA20-B8E5-E0D9-AD31-1B7423117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729" y="2914795"/>
            <a:ext cx="3552541" cy="1028409"/>
          </a:xfrm>
        </p:spPr>
        <p:txBody>
          <a:bodyPr>
            <a:normAutofit/>
          </a:bodyPr>
          <a:lstStyle/>
          <a:p>
            <a:pPr algn="ctr"/>
            <a:r>
              <a:rPr lang="de-DE" sz="6600"/>
              <a:t>Fragen?</a:t>
            </a:r>
          </a:p>
        </p:txBody>
      </p:sp>
    </p:spTree>
    <p:extLst>
      <p:ext uri="{BB962C8B-B14F-4D97-AF65-F5344CB8AC3E}">
        <p14:creationId xmlns:p14="http://schemas.microsoft.com/office/powerpoint/2010/main" val="246722703"/>
      </p:ext>
    </p:extLst>
  </p:cSld>
  <p:clrMapOvr>
    <a:masterClrMapping/>
  </p:clrMapOvr>
</p:sld>
</file>

<file path=ppt/theme/theme1.xml><?xml version="1.0" encoding="utf-8"?>
<a:theme xmlns:a="http://schemas.openxmlformats.org/drawingml/2006/main" name="Düne">
  <a:themeElements>
    <a:clrScheme name="Dü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d3fc6f4-42e7-4607-a088-e4a0245689f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39CA295DDE6914DBC597FAF19EB36C9" ma:contentTypeVersion="5" ma:contentTypeDescription="Ein neues Dokument erstellen." ma:contentTypeScope="" ma:versionID="241bc12e33932e746bb2a6c4ca3ea7c0">
  <xsd:schema xmlns:xsd="http://www.w3.org/2001/XMLSchema" xmlns:xs="http://www.w3.org/2001/XMLSchema" xmlns:p="http://schemas.microsoft.com/office/2006/metadata/properties" xmlns:ns3="7d3fc6f4-42e7-4607-a088-e4a0245689f6" targetNamespace="http://schemas.microsoft.com/office/2006/metadata/properties" ma:root="true" ma:fieldsID="271ab882ef85d5c0d47bbe2ec62a0e7d" ns3:_="">
    <xsd:import namespace="7d3fc6f4-42e7-4607-a088-e4a0245689f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3fc6f4-42e7-4607-a088-e4a0245689f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C7A77B-2856-4497-8FF7-78E993CCBACD}">
  <ds:schemaRefs>
    <ds:schemaRef ds:uri="http://purl.org/dc/elements/1.1/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7d3fc6f4-42e7-4607-a088-e4a0245689f6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409CB52-1095-4C6E-8C36-86764B6D26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EE77AB-D661-423E-AB86-47E1C28ABF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3fc6f4-42e7-4607-a088-e4a0245689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0</TotalTime>
  <Words>441</Words>
  <Application>Microsoft Office PowerPoint</Application>
  <PresentationFormat>Breitbild</PresentationFormat>
  <Paragraphs>123</Paragraphs>
  <Slides>12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8" baseType="lpstr">
      <vt:lpstr>Aptos</vt:lpstr>
      <vt:lpstr>Arial</vt:lpstr>
      <vt:lpstr>Cambria Math</vt:lpstr>
      <vt:lpstr>Neue Haas Grotesk Text Pro</vt:lpstr>
      <vt:lpstr>Wingdings</vt:lpstr>
      <vt:lpstr>Düne</vt:lpstr>
      <vt:lpstr>ALGO Marketplace Projektanalyse und Verständnis</vt:lpstr>
      <vt:lpstr>Agenda</vt:lpstr>
      <vt:lpstr>Code-Analyse</vt:lpstr>
      <vt:lpstr>Code-Analyse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Fragen?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Lena Marie Beckmann (abeckma5)</dc:creator>
  <cp:lastModifiedBy>Anna Lena Marie Beckmann (abeckma5)</cp:lastModifiedBy>
  <cp:revision>1</cp:revision>
  <dcterms:created xsi:type="dcterms:W3CDTF">2026-10-22T12:26:48Z</dcterms:created>
  <dcterms:modified xsi:type="dcterms:W3CDTF">2026-10-25T19:00:46Z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0x010100C39CA295DDE6914DBC597FAF19EB36C9</vt:lpwstr>
  </property>
</Properties>
</file>